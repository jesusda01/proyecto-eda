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81e9d678a44707" /><Relationship Type="http://schemas.openxmlformats.org/officeDocument/2006/relationships/extended-properties" Target="/docProps/app.xml" Id="Ra59fa08addd9419b" /><Relationship Type="http://schemas.openxmlformats.org/officeDocument/2006/relationships/officeDocument" Target="/ppt/presentation.xml" Id="Rc1103b42a337453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f3b9f4cf3bd42cf"/>
  </p:sldMasterIdLst>
  <p:notesMasterIdLst>
    <p:notesMasterId xmlns:r="http://schemas.openxmlformats.org/officeDocument/2006/relationships" r:id="R37d4d9b92ffc4570"/>
  </p:notesMasterIdLst>
  <p:sldIdLst>
    <p:sldId xmlns:r="http://schemas.openxmlformats.org/officeDocument/2006/relationships" id="256" r:id="Rd5eafac2ce5a41f1"/>
    <p:sldId xmlns:r="http://schemas.openxmlformats.org/officeDocument/2006/relationships" id="257" r:id="R36ccb5ba62804ceb"/>
    <p:sldId xmlns:r="http://schemas.openxmlformats.org/officeDocument/2006/relationships" id="258" r:id="Re6da74a950bc4d04"/>
    <p:sldId xmlns:r="http://schemas.openxmlformats.org/officeDocument/2006/relationships" id="259" r:id="R65be59fc9db04ee0"/>
    <p:sldId xmlns:r="http://schemas.openxmlformats.org/officeDocument/2006/relationships" id="260" r:id="R000698274ada49fc"/>
    <p:sldId xmlns:r="http://schemas.openxmlformats.org/officeDocument/2006/relationships" id="261" r:id="R1cbddd61c5cd4f33"/>
    <p:sldId xmlns:r="http://schemas.openxmlformats.org/officeDocument/2006/relationships" id="262" r:id="R5c2e28c3817b4058"/>
    <p:sldId xmlns:r="http://schemas.openxmlformats.org/officeDocument/2006/relationships" id="263" r:id="R106cbffbe31347cf"/>
    <p:sldId xmlns:r="http://schemas.openxmlformats.org/officeDocument/2006/relationships" id="264" r:id="R16ddfc55e3fb4c51"/>
    <p:sldId xmlns:r="http://schemas.openxmlformats.org/officeDocument/2006/relationships" id="265" r:id="Rd6f560935e524e98"/>
    <p:sldId xmlns:r="http://schemas.openxmlformats.org/officeDocument/2006/relationships" id="266" r:id="R674134e4ff944aa9"/>
    <p:sldId xmlns:r="http://schemas.openxmlformats.org/officeDocument/2006/relationships" id="267" r:id="R51060127f5ed4970"/>
    <p:sldId xmlns:r="http://schemas.openxmlformats.org/officeDocument/2006/relationships" id="268" r:id="Rfdaef39c8d534eae"/>
    <p:sldId xmlns:r="http://schemas.openxmlformats.org/officeDocument/2006/relationships" id="269" r:id="R71a584139db8475e"/>
    <p:sldId xmlns:r="http://schemas.openxmlformats.org/officeDocument/2006/relationships" id="270" r:id="R7a99110718084f52"/>
  </p:sldIdLst>
  <p:sldSz cx="9144000" cy="5143500"/>
  <p:notesSz cx="6858000" cy="9144000"/>
  <p:embeddedFontLst>
    <p:embeddedFont>
      <p:font typeface="Roboto"/>
      <p:regular xmlns:r="http://schemas.openxmlformats.org/officeDocument/2006/relationships" r:id="R0638dd7e72774e5f"/>
      <p:bold xmlns:r="http://schemas.openxmlformats.org/officeDocument/2006/relationships" r:id="R6dd73113f1854405"/>
      <p:italic xmlns:r="http://schemas.openxmlformats.org/officeDocument/2006/relationships" r:id="Rb08941c7d4cc45e1"/>
      <p:boldItalic xmlns:r="http://schemas.openxmlformats.org/officeDocument/2006/relationships" r:id="Rece6c8016d0f445a"/>
    </p:embeddedFont>
    <p:embeddedFont>
      <p:font typeface="Space Grotesk Light"/>
      <p:regular xmlns:r="http://schemas.openxmlformats.org/officeDocument/2006/relationships" r:id="R66a001a863b24526"/>
      <p:bold xmlns:r="http://schemas.openxmlformats.org/officeDocument/2006/relationships" r:id="R382db46db5b04fa3"/>
    </p:embeddedFont>
    <p:embeddedFont>
      <p:font typeface="Space Grotesk Medium"/>
      <p:regular xmlns:r="http://schemas.openxmlformats.org/officeDocument/2006/relationships" r:id="R2f93f4d7d88c4dbb"/>
      <p:bold xmlns:r="http://schemas.openxmlformats.org/officeDocument/2006/relationships" r:id="R430a8db07462496b"/>
    </p:embeddedFont>
    <p:embeddedFont>
      <p:font typeface="Space Grotesk"/>
      <p:regular xmlns:r="http://schemas.openxmlformats.org/officeDocument/2006/relationships" r:id="R6cf4479d27e541c5"/>
      <p:bold xmlns:r="http://schemas.openxmlformats.org/officeDocument/2006/relationships" r:id="Ra301907945224fa1"/>
    </p:embeddedFont>
    <p:embeddedFont>
      <p:font typeface="Open Sans"/>
      <p:regular xmlns:r="http://schemas.openxmlformats.org/officeDocument/2006/relationships" r:id="R84d4cde656fd4857"/>
      <p:bold xmlns:r="http://schemas.openxmlformats.org/officeDocument/2006/relationships" r:id="R7900b053dd56449c"/>
      <p:italic xmlns:r="http://schemas.openxmlformats.org/officeDocument/2006/relationships" r:id="R1e878f656a5d4c04"/>
      <p:boldItalic xmlns:r="http://schemas.openxmlformats.org/officeDocument/2006/relationships" r:id="R507f15b938364668"/>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69e87a217e241c8" /><Relationship Type="http://schemas.openxmlformats.org/officeDocument/2006/relationships/slideMaster" Target="/ppt/slideMasters/slideMaster1.xml" Id="R2f3b9f4cf3bd42cf" /><Relationship Type="http://schemas.openxmlformats.org/officeDocument/2006/relationships/notesMaster" Target="/ppt/notesMasters/notesMaster1.xml" Id="R37d4d9b92ffc4570" /><Relationship Type="http://schemas.openxmlformats.org/officeDocument/2006/relationships/presProps" Target="/ppt/presProps.xml" Id="R6b62ff11430c4094" /><Relationship Type="http://schemas.openxmlformats.org/officeDocument/2006/relationships/viewProps" Target="/ppt/viewProps.xml" Id="R38efdea2e70241b0" /><Relationship Type="http://schemas.openxmlformats.org/officeDocument/2006/relationships/tableStyles" Target="/ppt/tableStyles.xml" Id="Rb79927e58a3a4bd6" /><Relationship Type="http://schemas.openxmlformats.org/officeDocument/2006/relationships/font" Target="/ppt/fonts/font.dat" Id="R0638dd7e72774e5f" /><Relationship Type="http://schemas.openxmlformats.org/officeDocument/2006/relationships/font" Target="/ppt/fonts/font2.dat" Id="R6dd73113f1854405" /><Relationship Type="http://schemas.openxmlformats.org/officeDocument/2006/relationships/font" Target="/ppt/fonts/font3.dat" Id="Rb08941c7d4cc45e1" /><Relationship Type="http://schemas.openxmlformats.org/officeDocument/2006/relationships/font" Target="/ppt/fonts/font4.dat" Id="Rece6c8016d0f445a" /><Relationship Type="http://schemas.openxmlformats.org/officeDocument/2006/relationships/font" Target="/ppt/fonts/font5.dat" Id="R66a001a863b24526" /><Relationship Type="http://schemas.openxmlformats.org/officeDocument/2006/relationships/font" Target="/ppt/fonts/font6.dat" Id="R382db46db5b04fa3" /><Relationship Type="http://schemas.openxmlformats.org/officeDocument/2006/relationships/font" Target="/ppt/fonts/font7.dat" Id="R2f93f4d7d88c4dbb" /><Relationship Type="http://schemas.openxmlformats.org/officeDocument/2006/relationships/font" Target="/ppt/fonts/font8.dat" Id="R430a8db07462496b" /><Relationship Type="http://schemas.openxmlformats.org/officeDocument/2006/relationships/font" Target="/ppt/fonts/font9.dat" Id="R6cf4479d27e541c5" /><Relationship Type="http://schemas.openxmlformats.org/officeDocument/2006/relationships/font" Target="/ppt/fonts/font10.dat" Id="Ra301907945224fa1" /><Relationship Type="http://schemas.openxmlformats.org/officeDocument/2006/relationships/font" Target="/ppt/fonts/font11.dat" Id="R84d4cde656fd4857" /><Relationship Type="http://schemas.openxmlformats.org/officeDocument/2006/relationships/font" Target="/ppt/fonts/font12.dat" Id="R7900b053dd56449c" /><Relationship Type="http://schemas.openxmlformats.org/officeDocument/2006/relationships/font" Target="/ppt/fonts/font13.dat" Id="R1e878f656a5d4c04" /><Relationship Type="http://schemas.openxmlformats.org/officeDocument/2006/relationships/font" Target="/ppt/fonts/font14.dat" Id="R507f15b938364668" /><Relationship Type="http://schemas.openxmlformats.org/officeDocument/2006/relationships/slide" Target="/ppt/slides/slide1.xml" Id="Rd5eafac2ce5a41f1" /><Relationship Type="http://schemas.openxmlformats.org/officeDocument/2006/relationships/slide" Target="/ppt/slides/slide2.xml" Id="R36ccb5ba62804ceb" /><Relationship Type="http://schemas.openxmlformats.org/officeDocument/2006/relationships/slide" Target="/ppt/slides/slide3.xml" Id="Re6da74a950bc4d04" /><Relationship Type="http://schemas.openxmlformats.org/officeDocument/2006/relationships/slide" Target="/ppt/slides/slide4.xml" Id="R65be59fc9db04ee0" /><Relationship Type="http://schemas.openxmlformats.org/officeDocument/2006/relationships/slide" Target="/ppt/slides/slide5.xml" Id="R000698274ada49fc" /><Relationship Type="http://schemas.openxmlformats.org/officeDocument/2006/relationships/slide" Target="/ppt/slides/slide6.xml" Id="R1cbddd61c5cd4f33" /><Relationship Type="http://schemas.openxmlformats.org/officeDocument/2006/relationships/slide" Target="/ppt/slides/slide7.xml" Id="R5c2e28c3817b4058" /><Relationship Type="http://schemas.openxmlformats.org/officeDocument/2006/relationships/slide" Target="/ppt/slides/slide8.xml" Id="R106cbffbe31347cf" /><Relationship Type="http://schemas.openxmlformats.org/officeDocument/2006/relationships/slide" Target="/ppt/slides/slide9.xml" Id="R16ddfc55e3fb4c51" /><Relationship Type="http://schemas.openxmlformats.org/officeDocument/2006/relationships/slide" Target="/ppt/slides/slide10.xml" Id="Rd6f560935e524e98" /><Relationship Type="http://schemas.openxmlformats.org/officeDocument/2006/relationships/slide" Target="/ppt/slides/slide11.xml" Id="R674134e4ff944aa9" /><Relationship Type="http://schemas.openxmlformats.org/officeDocument/2006/relationships/slide" Target="/ppt/slides/slide12.xml" Id="R51060127f5ed4970" /><Relationship Type="http://schemas.openxmlformats.org/officeDocument/2006/relationships/slide" Target="/ppt/slides/slide13.xml" Id="Rfdaef39c8d534eae" /><Relationship Type="http://schemas.openxmlformats.org/officeDocument/2006/relationships/slide" Target="/ppt/slides/slide14.xml" Id="R71a584139db8475e" /><Relationship Type="http://schemas.openxmlformats.org/officeDocument/2006/relationships/slide" Target="/ppt/slides/slide15.xml" Id="R7a99110718084f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30b4ab88af4a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e2ad9e8c6f44b9" /><Relationship Type="http://schemas.openxmlformats.org/officeDocument/2006/relationships/notesMaster" Target="/ppt/notesMasters/notesMaster1.xml" Id="Rf9aa5da86d5a48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dd61c7804b4582" /><Relationship Type="http://schemas.openxmlformats.org/officeDocument/2006/relationships/notesMaster" Target="/ppt/notesMasters/notesMaster1.xml" Id="R877216b146a74d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7330b3aaa74546" /><Relationship Type="http://schemas.openxmlformats.org/officeDocument/2006/relationships/notesMaster" Target="/ppt/notesMasters/notesMaster1.xml" Id="R05503e9317d242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d3050c09af4d8a" /><Relationship Type="http://schemas.openxmlformats.org/officeDocument/2006/relationships/notesMaster" Target="/ppt/notesMasters/notesMaster1.xml" Id="R61cf23fca30d4e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48fe81b1eb4636" /><Relationship Type="http://schemas.openxmlformats.org/officeDocument/2006/relationships/notesMaster" Target="/ppt/notesMasters/notesMaster1.xml" Id="Ra4f23be81e2a47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356bd585c34a98" /><Relationship Type="http://schemas.openxmlformats.org/officeDocument/2006/relationships/notesMaster" Target="/ppt/notesMasters/notesMaster1.xml" Id="R2a87e29e82a442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7a8b7ca57c4ad5" /><Relationship Type="http://schemas.openxmlformats.org/officeDocument/2006/relationships/notesMaster" Target="/ppt/notesMasters/notesMaster1.xml" Id="R33a6f0bd40dc4e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a6925da0cb40c2" /><Relationship Type="http://schemas.openxmlformats.org/officeDocument/2006/relationships/notesMaster" Target="/ppt/notesMasters/notesMaster1.xml" Id="R281e403c7a1840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e38ac712c74dfd" /><Relationship Type="http://schemas.openxmlformats.org/officeDocument/2006/relationships/notesMaster" Target="/ppt/notesMasters/notesMaster1.xml" Id="Rfa2b0aa48fe947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f032f773f14722" /><Relationship Type="http://schemas.openxmlformats.org/officeDocument/2006/relationships/notesMaster" Target="/ppt/notesMasters/notesMaster1.xml" Id="Rd351779a473f42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a5c715c45a4f4e" /><Relationship Type="http://schemas.openxmlformats.org/officeDocument/2006/relationships/notesMaster" Target="/ppt/notesMasters/notesMaster1.xml" Id="R9a455c47747d47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b85c38f90f486e" /><Relationship Type="http://schemas.openxmlformats.org/officeDocument/2006/relationships/notesMaster" Target="/ppt/notesMasters/notesMaster1.xml" Id="R71b5879c66ee41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05511967634fb2" /><Relationship Type="http://schemas.openxmlformats.org/officeDocument/2006/relationships/notesMaster" Target="/ppt/notesMasters/notesMaster1.xml" Id="R0c3d32f02e7243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54894fed164146" /><Relationship Type="http://schemas.openxmlformats.org/officeDocument/2006/relationships/notesMaster" Target="/ppt/notesMasters/notesMaster1.xml" Id="R85ce78b5745645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edc1ce1597413d" /><Relationship Type="http://schemas.openxmlformats.org/officeDocument/2006/relationships/notesMaster" Target="/ppt/notesMasters/notesMaster1.xml" Id="R3d84f3c01cff43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Presentar al equipo y el propósito: explicar cómo conectamos estructuras de datos con un histórico comercial. El histórico se reproduce como stream finito por microlotes. El visor observa la misma ejecución de main.py. Anticipar el recorrido: datos, etapas, cinco familias avanzadas, evidencia y demostración. La exposición combina explicación conceptual y mediciones de una carga local; las conclusiones se restringen a las poblaciones realmente evaluadas.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Explicar que el CSV original describe actividad de e-commerce, no un dataset etiquetado de fraude. La preparación lee bloques de 50.000 filas y escribe Parquet sin acumular todo el CSV. Genera IDs SHA-256 de fuente y posición. Los ocho eventos de escenario controlado se añaden aparte y se marcan is_simulated=true. Representan órdenes explícitas y actividad repetida de una cuenta. El flag de revisión es una regla verificable, no la salida de un modelo de fraude validado. Las compras sin order_id se cuentan, pero no se inventan pares de co-compra. Fuente estructural: src/convert_to_parquet.py y src/stream_reader.py.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REEES46, eCommerce behavior data from multi category store, Kaggle, 2019. src/convert_to_parquet.py; src/stream_reader.py; output/results/last_pipeline.json.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Recorrer la fila superior de izquierda a derecha y la inferior de derecha a izquierda. Las flechas representan contratos de datos entre etapas. FIFO entrega el lote a validación; el heap determina la atención; los eventos persistidos alimentan catálogo y precios; rango y KD aportan candidatos; revisión decide qué eventos pasan a analítica; similitud y co-compra enriquecen recomendaciones. El motor no ejecuta todas las ramas simultáneamente. Las partículas del visor indican la etapa observada, no una partícula por evento. El flujo visual sirve para ver operaciones reales con una pausa didáctica configurable.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Usar la analogía de un evento de compra que se transforma en información útil. El evento sale del heap después de atenderlo, pero su registro queda en almacenamiento. Sus datos permiten añadir un producto al catálogo y al B+, actualizar una canasta y, si existe orden explícita, un enlace de co-compra. El registro y los resúmenes pueden coexistir. Mover un lote de una etapa a otra no significa transferir toda la estructura ni borrar los índices anteriores. El B+ conserva el primer precio observado como referencia inmutable durante la ejecución. No representa inventario actual. Esta distinción explica por qué el procesamiento incremental no implica memoria constante para todo el sistema.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FIFO usa deque y no promete concurrencia ni absorción ilimitada de tráfico. Validación acepta precio cero y rechaza negativos o no finitos. Deduplica dentro y entre lotes de la ejecución. Timsort ordena eventos; una búsqueda binaria consulta un subconjunto histórico ordenado y SQLite mantiene la referencia exacta. El heap utiliza una tupla prioridad/fecha/contador para resolver empates sin comparar diccionarios. Atiende alertas de pago antes de compras y eventos de menor urgencia. Vaciar todo el heap cuesta O(b log b), de modo que su utilidad es la atención incremental por prioridad. La caché LRU retiene accesos recientes, invalida valores al reemplazar eventos y recurre a SQLite ante una ausencia.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El B+ es propio: decide divisiones, separadores y enlaces. SQLite almacena páginas por identificador y metadatos, sin sustituir el algoritmo del árbol. Una caché limita páginas en RAM; las pruebas validan invariantes y reapertura. La clave compuesta diferencia productos con igual precio. No se implementa borrado, coherente con un catálogo de referencia inmutable. KD-Tree usa 17 atributos reproducibles de producto: precio logarítmico y buckets estables de marca y categoría. No utiliza user_id como coordenada ni embeddings semánticos. Su construcción por ordenación recursiva cuesta O(n log² n). Las búsquedas pueden degenerar hacia recorrido exhaustivo, por lo que no se garantiza consulta logarítmica universal.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 1. Bloom empaqueta m bits y usa k hashes, con m=ceil(-n ln(p)/(ln 2)²). Actualizar o consultar cuesta O(k). Un negativo es concluyente para lo insertado en esa instancia; un positivo puede ser falso. CMS utiliza contadores uint64, ancho 2.000 y profundidad cinco en el experimento. Estimar cuesta O(d), y las colisiones pueden sobreestimar. La política operativa usa cuenta como clave y una ventana de 300 segundos. El heap temporal caduca registros aunque la prioridad altere el orden. CMS se reconstruye cuando caducan eventos. El conjunto y contador exactos confirman decisiones críticas. Los eventos en revisión se excluyen de la analítica posterior; no se revierten contribuciones previas al umbral.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Bloom (1970), DOI 10.1145/362686.362692. Cormode y Muthukrishnan (2005), DOI 10.1016/j.jalgor.2003.12.001. output/benchmarks/report.json.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 2. MinHash aproxima similitud Jaccard mediante la proporción de posiciones iguales. Las bandas LSH indexan firmas en buckets para recuperar candidatos sin comparar siempre todos los pares. Con similitud s, b bandas y r filas, la probabilidad idealizada de coincidencia es 1-(1-s^r)^b. La implementación actualiza y elimina buckets al cambiar canastas. En operación conserva compras por usuario, hasta 10.000 cuentas activas; esa canasta no se presenta como orden. El benchmark usa conjuntos de interacción por sesión, umbral 0,3 y las mismas cinco consultas para el control exacto. El resultado perfecto de esta muestra pequeña no demuestra calidad universal ni independencia entre repeticiones. datasketch y Spark MinHashLSH sirven como implementaciones de referencia para investigación, sin actuar como backend de este proyecto.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Broder (1997), On the resemblance and containment of documents. DOI 10.1109/SEQUEN.1997.666900. output/benchmarks/report.json.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 3. HNSW asigna niveles aleatorios reproducibles, desciende de forma voraz y explora una frontera de candidatos en la capa inferior. Selecciona vecinos diversos. Los parámetros son M=8, ef_construction=48 y ef_search=32. Los atributos consisten en precio logarítmico y hashing estable de categoría y marca; no son embeddings semánticos. Corpus, consultas, distancia, k=5 y exclusión del propio ID coinciden con el control exacto. El recall por ID y el que admite empates fueron 1 en esta carga. El gráfico muestra únicamente el total de cinco consultas. HNSW: 3,706 ± 0,433 ms; exacto: 19,219 ± 0,712 ms. Construir HNSW cuesta 1.423,186 ± 40,834 ms. No se puede comparar latencia de consulta con una carga que incluye construcción. El costo y recall dependen de parámetros y distribución.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Malkov y Yashunin (2020, versión previa 2018). DOI 10.1109/TPAMI.2018.2889473. output/benchmarks/report.json, dataset 1K, summary.hnsw y summary.knn_exact.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Familias 4 y 5. El grafo operativo es producto-producto, no usuario-producto. Se añade cada pareja una vez por orden y otras órdenes aumentan su peso. Compras sin order_id se cuentan aparte. El grafo del benchmark agrupa product_id consecutivos de tres en tres para crear órdenes simuladas reproducibles; no reconstruye ventas reales. NetworkX resuelve PageRank con amortiguación 0,85 y pesos. El grado ponderado es el control simple y el solapamiento top-20=0,9 no es precisión de ventas. Louvain optimiza modularidad y se compara con propagación asíncrona de etiquetas sobre el mismo grafo. La semilla cambia a 42+repetición. ARI mide estabilidad respecto a la primera partición, que tiene ARI=1 por definición; no valida comunidades verdaderas. Louvain produjo 69,25 ± 0,89 comunidades y etiquetas 182,63 ± 4,53.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Brin y Page (1998), DOI 10.1016/S0169-7552(98)00110-X. Blondel et al. (2008), DOI 10.1088/1742-5468/2008/10/P10008. Raghavan et al. (2007), DOI 10.1103/PhysRevE.76.036106. output/benchmarks/report.json.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El benchmark se ejecuta fuera del visor y reconstruye estructuras en cada repetición. La preparación de entradas se excluye. La región medida incluye la carga definida de construcción, consultas y comprobaciones; por eso se explicita por separado la consulta ANN. Se mantienen los objetos hasta tomar memoria actual y pico con tracemalloc. La memoria medida excluye entradas preparadas antes y no representa la RAM total, la memoria nativa máxima ni el tamaño de la base de datos. Cada JSON registra la población real, la procedencia del grafo y si hay recortes. Los 1.900 registros son 19 algoritmos o controles por 100 repeticiones. Las repeticiones caracterizan variación temporal sobre una carga fija; no son 100 muestras independientes de clientes.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output/benchmarks/report.json y output/benchmarks/1K.json. benchmarks.py, measured(), evaluate() y run_benchmarks().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Interpretar cada pareja y no buscar un ganador universal. Para esta carga pequeña, set y Counter nativos fueron más rápidos que Bloom y CMS. MinHash+LSH tuvo mayor costo total que Jaccard exacto. HNSW tiene una construcción costosa aunque la consulta sea más rápida. PageRank y Louvain aportan otro tipo de análisis, por lo que un costo mayor no se interpreta como menor calidad. La memoria pico corresponde a asignaciones Python en la región medida y no incluye todos los insumos preparados ni el disco. Los JSON contienen también memoria actual y valores crudos. Las estructuras base se evaluaron igualmente: FIFO 0,180 ± 0,023 ms; preprocesamiento 3,553 ± 0,216; heap 2,740 ± 3,209; caché 0,852 ± 0,111; B+ en disco 153,439 ± 5,470; KD 13,902 ± 0,917; Trie y Top-K 2,903 ± 0,331.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output/benchmarks/report.json, datasets[0].summary. Cien repeticiones. Unidades: segundos convertidos a ms y bytes convertidos a KiB.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Distinguir claramente las poblaciones: diez millones de eventos no significan diez millones de productos o vectores. En el diagnóstico por tamaños, probabilísticos y sus controles reciben todas las claves del archivo. Para recoger entidades analíticas se exploraron 5.000 filas y se aplicó un límite de 300 vectores y conjuntos. Los grafos se construyeron a partir de 900 eventos, con idéntica población entre las escalas porque son recortes del mismo prefijo histórico. Por tanto, un corpus constante de HNSW o de comunidades no demuestra crecimiento con el total de eventos. Cada escala tuvo una sola repetición: no se calcula una desviación representativa ni se declaran conclusiones estadísticas universales. El JSON conserva esos límites de forma explícita.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output/benchmarks_scaling_smoke/report.json, datasets 10K, 100K, 1M y 10M.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Guion de demostración de tres a cuatro minutos: iniciar .\.venv\Scripts\python.exe main.py desde la raíz y abrir http://127.0.0.1:8765. Seleccionar la pausa visual si se desea seguir la etapa activa. Mostrar entrada y resultado de una etapa, explicar que la pausa es didáctica y después consultar un producto y el prefijo pro. Las recomendaciones combinan candidatos ANN, rango, KD, canastas similares, co-compra y PageRank con señales visibles. El Trie autocompleta y Top-K cuenta compras aceptadas. Mostrar el cierre de la ejecución y, si el tiempo permite, detener y reiniciar. El resultado guardado tiene 1.008 procesados, 12 compras aceptadas y seis sin orden explícita. Las 11 pruebas incluyen B+ aleatorio y reapertura, cache, dedup, prioridades, KD, filtros, caducidad, LSH, HNSW, co-compra, preparación y HTTP. El servidor es local y compartido.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output/results/last_pipeline.json; tests/test_structures.py; tests/test_preparation.py; tests/test_dashboard.py; dashboard.py.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Cerrar con tres ideas que el equipo debe poder explicar: qué estructuras conservan estado, por qué cada familia necesita su propio control y qué dicen realmente las poblaciones medidas. El sistema permite estudiar persistencia, aproximación y análisis de grafos con una implementación reproducible. La elección entre exacto y aproximado depende de construcción, consultas, calidad y memoria. Como trabajo futuro: más repeticiones y poblaciones analíticas en escalas grandes, sensibilidad a parámetros y datos con relevancia conocida. La ausencia de órdenes y etiquetas verificadas limita afirmaciones comerciales. No se afirma producción distribuida ni fraude detectado. Invitar preguntas sobre una etapa o sobre la interpretación de las mediciones.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Bloom DOI 10.1145/362686.362692; CMS DOI 10.1016/j.jalgor.2003.12.001; MinHash DOI 10.1109/SEQUEN.1997.666900; HNSW DOI 10.1109/TPAMI.2018.2889473; PageRank DOI 10.1016/S0169-7552(98)00110-X; Louvain DOI 10.1088/1742-5468/2008/10/P10008; etiquetas DOI 10.1103/PhysRevE.76.036106. Informe final y JSON del proyecto.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77c382e1b14504" /><Relationship Type="http://schemas.openxmlformats.org/officeDocument/2006/relationships/image" Target="/ppt/media/image2.png" Id="R22dd82820c364631" /><Relationship Type="http://schemas.openxmlformats.org/officeDocument/2006/relationships/image" Target="/ppt/media/image3.png" Id="Raec407a30a804f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ebb8a3083f420e" /><Relationship Type="http://schemas.openxmlformats.org/officeDocument/2006/relationships/image" Target="/ppt/media/image4.png" Id="R1e170602ccc942b3" /><Relationship Type="http://schemas.openxmlformats.org/officeDocument/2006/relationships/image" Target="/ppt/media/image5.png" Id="Rad78b74e0c7846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e382c5f18c49e4" /><Relationship Type="http://schemas.openxmlformats.org/officeDocument/2006/relationships/image" Target="/ppt/media/image.jpeg" Id="R1bd3958af72345d7" /><Relationship Type="http://schemas.openxmlformats.org/officeDocument/2006/relationships/image" Target="/ppt/media/image6.png" Id="Rb728eda599e841bc" /><Relationship Type="http://schemas.openxmlformats.org/officeDocument/2006/relationships/image" Target="/ppt/media/image7.png" Id="Rd34109169bbb456d" /><Relationship Type="http://schemas.openxmlformats.org/officeDocument/2006/relationships/image" Target="/ppt/media/image3.png" Id="Rffffc65ff38044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5c764b57094252" /><Relationship Type="http://schemas.openxmlformats.org/officeDocument/2006/relationships/image" Target="/ppt/media/image3.png" Id="R9b7f94e959cf491e" /><Relationship Type="http://schemas.openxmlformats.org/officeDocument/2006/relationships/image" Target="/ppt/media/image6.png" Id="R46451cb280f4465d" /><Relationship Type="http://schemas.openxmlformats.org/officeDocument/2006/relationships/image" Target="/ppt/media/image7.png" Id="R52e1deff29604c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ab4174614c4ceb" /><Relationship Type="http://schemas.openxmlformats.org/officeDocument/2006/relationships/image" Target="/ppt/media/image8.png" Id="R44e327dd73314d7f" /><Relationship Type="http://schemas.openxmlformats.org/officeDocument/2006/relationships/image" Target="/ppt/media/image4.png" Id="R19cbe109d0bf40c7" /><Relationship Type="http://schemas.openxmlformats.org/officeDocument/2006/relationships/image" Target="/ppt/media/image5.png" Id="R36e16ff7090748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cf766eedea4c0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3642991c3a448b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0510a149c3c47c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7a004759d134317" /></Relationships>
</file>

<file path=ppt/slideLayouts/slideLayout1.xml><?xml version="1.0" encoding="utf-8"?>
<p:sldLayout xmlns:p="http://schemas.openxmlformats.org/presentationml/2006/main" matchingName="Logo versión oscuro"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FD5BC995-9235-42E0-8459-D1A0A35EFCB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1" name="Google Shape;11;p2">
            <a:extLst xmlns:a="http://schemas.openxmlformats.org/drawingml/2006/main">
              <a:ext uri="{FF2B5EF4-FFF2-40B4-BE49-F238E27FC236}">
                <a16:creationId xmlns:a16="http://schemas.microsoft.com/office/drawing/2014/main" id="{57281857-41F5-4DE0-B73F-2DDCC771FE02}"/>
              </a:ext>
            </a:extLst>
          </p:cNvPr>
          <p:cNvSpPr>
            <a:spLocks xmlns:a="http://schemas.openxmlformats.org/drawingml/2006/main" noGrp="1"/>
          </p:cNvSpPr>
          <p:nvPr/>
        </p:nvSpPr>
        <p:spPr>
          <a:xfrm xmlns:a="http://schemas.openxmlformats.org/drawingml/2006/main">
            <a:off x="-104250" y="-50300"/>
            <a:ext cx="9352500" cy="5321100"/>
          </a:xfrm>
          <a:prstGeom xmlns:a="http://schemas.openxmlformats.org/drawingml/2006/main" prst="rect">
            <a:avLst/>
          </a:prstGeom>
          <a:solidFill xmlns:a="http://schemas.openxmlformats.org/drawingml/2006/main">
            <a:srgbClr val="4D4B4C"/>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2" name="Google Shape;12;p2">
            <a:extLst xmlns:a="http://schemas.openxmlformats.org/drawingml/2006/main">
              <a:ext uri="{FF2B5EF4-FFF2-40B4-BE49-F238E27FC236}">
                <a16:creationId xmlns:a16="http://schemas.microsoft.com/office/drawing/2014/main" id="{C09DF65D-2DA7-4101-9B02-51529D64534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2dd82820c364631">
            <a:alphaModFix/>
          </a:blip>
          <a:srcRect xmlns:a="http://schemas.openxmlformats.org/drawingml/2006/main" l="0" t="0" r="0" b="0"/>
          <a:stretch xmlns:a="http://schemas.openxmlformats.org/drawingml/2006/main"/>
        </p:blipFill>
        <p:spPr>
          <a:xfrm xmlns:a="http://schemas.openxmlformats.org/drawingml/2006/main">
            <a:off x="1975681" y="2006369"/>
            <a:ext cx="5192637" cy="1257961"/>
          </a:xfrm>
          <a:prstGeom xmlns:a="http://schemas.openxmlformats.org/drawingml/2006/main" prst="rect">
            <a:avLst/>
          </a:prstGeom>
          <a:ln xmlns:a="http://schemas.openxmlformats.org/drawingml/2006/main">
            <a:noFill/>
          </a:ln>
        </p:spPr>
      </p:pic>
      <p:pic>
        <p:nvPicPr>
          <p:cNvPr id="13" name="Google Shape;13;p2">
            <a:extLst xmlns:a="http://schemas.openxmlformats.org/drawingml/2006/main">
              <a:ext uri="{FF2B5EF4-FFF2-40B4-BE49-F238E27FC236}">
                <a16:creationId xmlns:a16="http://schemas.microsoft.com/office/drawing/2014/main" id="{2A5A5C9B-8326-4571-9E62-C0B20D7FCA9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ec407a30a804f0a">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Logo versión claro" type="secHead">
  <p:cSld name="SECTION_HEADER">
    <p:spTree>
      <p:nvGrpSpPr>
        <p:cNvPr id="1" name=""/>
        <p:cNvGrpSpPr/>
        <p:nvPr/>
      </p:nvGrpSpPr>
      <p:grpSpPr>
        <a:xfrm xmlns:a="http://schemas.openxmlformats.org/drawingml/2006/main"/>
      </p:grpSpPr>
      <p:sp>
        <p:nvSpPr>
          <p:cNvPr id="15" name="Google Shape;15;p3">
            <a:extLst xmlns:a="http://schemas.openxmlformats.org/drawingml/2006/main">
              <a:ext uri="{FF2B5EF4-FFF2-40B4-BE49-F238E27FC236}">
                <a16:creationId xmlns:a16="http://schemas.microsoft.com/office/drawing/2014/main" id="{BBC36AC3-A8C7-4D88-98ED-B3A10F63A92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6" name="Google Shape;16;p3">
            <a:extLst xmlns:a="http://schemas.openxmlformats.org/drawingml/2006/main">
              <a:ext uri="{FF2B5EF4-FFF2-40B4-BE49-F238E27FC236}">
                <a16:creationId xmlns:a16="http://schemas.microsoft.com/office/drawing/2014/main" id="{D2DD0A93-C0E0-4D34-9E89-77CC0C83E3B8}"/>
              </a:ext>
            </a:extLst>
          </p:cNvPr>
          <p:cNvSpPr>
            <a:spLocks xmlns:a="http://schemas.openxmlformats.org/drawingml/2006/main" noGrp="1"/>
          </p:cNvSpPr>
          <p:nvPr/>
        </p:nvSpPr>
        <p:spPr>
          <a:xfrm xmlns:a="http://schemas.openxmlformats.org/drawingml/2006/main">
            <a:off x="-104250" y="-96000"/>
            <a:ext cx="9352500" cy="5366700"/>
          </a:xfrm>
          <a:prstGeom xmlns:a="http://schemas.openxmlformats.org/drawingml/2006/main" prst="rect">
            <a:avLst/>
          </a:prstGeom>
          <a:solidFill xmlns:a="http://schemas.openxmlformats.org/drawingml/2006/main">
            <a:srgbClr val="EEEEEE"/>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7" name="Google Shape;17;p3">
            <a:extLst xmlns:a="http://schemas.openxmlformats.org/drawingml/2006/main">
              <a:ext uri="{FF2B5EF4-FFF2-40B4-BE49-F238E27FC236}">
                <a16:creationId xmlns:a16="http://schemas.microsoft.com/office/drawing/2014/main" id="{1AC2618A-3A5A-495E-9DC5-303114A87845}"/>
              </a:ext>
            </a:extLst>
          </p:cNvPr>
          <p:cNvPicPr>
            <a:picLocks xmlns:a="http://schemas.openxmlformats.org/drawingml/2006/main" noChangeAspect="1"/>
          </p:cNvPicPr>
          <p:nvPr/>
        </p:nvPicPr>
        <p:blipFill>
          <a:blip xmlns:r="http://schemas.openxmlformats.org/officeDocument/2006/relationships" xmlns:a="http://schemas.openxmlformats.org/drawingml/2006/main" r:embed="R1e170602ccc942b3">
            <a:alphaModFix/>
          </a:blip>
          <a:stretch xmlns:a="http://schemas.openxmlformats.org/drawingml/2006/main">
            <a:fillRect l="0" t="0" r="0" b="0"/>
          </a:stretch>
        </p:blipFill>
        <p:spPr>
          <a:xfrm xmlns:a="http://schemas.openxmlformats.org/drawingml/2006/main">
            <a:off x="2279700" y="2193150"/>
            <a:ext cx="4586399" cy="882225"/>
          </a:xfrm>
          <a:prstGeom xmlns:a="http://schemas.openxmlformats.org/drawingml/2006/main" prst="rect">
            <a:avLst/>
          </a:prstGeom>
          <a:ln xmlns:a="http://schemas.openxmlformats.org/drawingml/2006/main">
            <a:noFill/>
          </a:ln>
        </p:spPr>
      </p:pic>
      <p:pic>
        <p:nvPicPr>
          <p:cNvPr id="18" name="Google Shape;18;p3">
            <a:extLst xmlns:a="http://schemas.openxmlformats.org/drawingml/2006/main">
              <a:ext uri="{FF2B5EF4-FFF2-40B4-BE49-F238E27FC236}">
                <a16:creationId xmlns:a16="http://schemas.microsoft.com/office/drawing/2014/main" id="{EF9CE7A4-8A8A-4C77-A6D9-1E212667C5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d78b74e0c784613">
            <a:alphaModFix/>
          </a:blip>
          <a:srcRect xmlns:a="http://schemas.openxmlformats.org/drawingml/2006/main" l="0" t="0" r="0" b="0"/>
          <a:stretch xmlns:a="http://schemas.openxmlformats.org/drawingml/2006/main"/>
        </p:blipFill>
        <p:spPr>
          <a:xfrm xmlns:a="http://schemas.openxmlformats.org/drawingml/2006/main">
            <a:off x="8288622" y="4422472"/>
            <a:ext cx="378013" cy="400150"/>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ítulo">
  <p:cSld name="TITLE_AND_BODY">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564DAF3E-7935-46EF-837A-3D0416F5F91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4">
            <a:extLst xmlns:a="http://schemas.openxmlformats.org/drawingml/2006/main">
              <a:ext uri="{FF2B5EF4-FFF2-40B4-BE49-F238E27FC236}">
                <a16:creationId xmlns:a16="http://schemas.microsoft.com/office/drawing/2014/main" id="{F0029747-69F7-4691-86E9-9C13DC2B048E}"/>
              </a:ext>
            </a:extLst>
          </p:cNvPr>
          <p:cNvSpPr>
            <a:spLocks xmlns:a="http://schemas.openxmlformats.org/drawingml/2006/main" noGrp="1"/>
          </p:cNvSpPr>
          <p:nvPr/>
        </p:nvSpPr>
        <p:spPr>
          <a:xfrm xmlns:a="http://schemas.openxmlformats.org/drawingml/2006/main">
            <a:off x="-102800" y="-50025"/>
            <a:ext cx="9352500" cy="5326800"/>
          </a:xfrm>
          <a:prstGeom xmlns:a="http://schemas.openxmlformats.org/drawingml/2006/main" prst="rect">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22" name="Google Shape;22;p4">
            <a:extLst xmlns:a="http://schemas.openxmlformats.org/drawingml/2006/main">
              <a:ext uri="{FF2B5EF4-FFF2-40B4-BE49-F238E27FC236}">
                <a16:creationId xmlns:a16="http://schemas.microsoft.com/office/drawing/2014/main" id="{E3C1FD9A-EF31-4866-8104-375CC3D4AE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bd3958af72345d7">
            <a:alphaModFix amt="32000"/>
          </a:blip>
          <a:srcRect xmlns:a="http://schemas.openxmlformats.org/drawingml/2006/main" l="0" t="0" r="1117" b="15505"/>
          <a:stretch xmlns:a="http://schemas.openxmlformats.org/drawingml/2006/main"/>
        </p:blipFill>
        <p:spPr>
          <a:xfrm xmlns:a="http://schemas.openxmlformats.org/drawingml/2006/main">
            <a:off x="-104250" y="-59600"/>
            <a:ext cx="9352499" cy="5330299"/>
          </a:xfrm>
          <a:prstGeom xmlns:a="http://schemas.openxmlformats.org/drawingml/2006/main" prst="rect">
            <a:avLst/>
          </a:prstGeom>
          <a:ln xmlns:a="http://schemas.openxmlformats.org/drawingml/2006/main">
            <a:noFill/>
          </a:ln>
        </p:spPr>
      </p:pic>
      <p:pic>
        <p:nvPicPr>
          <p:cNvPr id="24" name="Google Shape;24;p4">
            <a:extLst xmlns:a="http://schemas.openxmlformats.org/drawingml/2006/main">
              <a:ext uri="{FF2B5EF4-FFF2-40B4-BE49-F238E27FC236}">
                <a16:creationId xmlns:a16="http://schemas.microsoft.com/office/drawing/2014/main" id="{A5EC91D7-6765-4BBD-8C7D-29C3C02632A1}"/>
              </a:ext>
            </a:extLst>
          </p:cNvPr>
          <p:cNvPicPr>
            <a:picLocks xmlns:a="http://schemas.openxmlformats.org/drawingml/2006/main" noChangeAspect="1"/>
          </p:cNvPicPr>
          <p:nvPr/>
        </p:nvPicPr>
        <p:blipFill>
          <a:blip xmlns:r="http://schemas.openxmlformats.org/officeDocument/2006/relationships" xmlns:a="http://schemas.openxmlformats.org/drawingml/2006/main" r:embed="Rb728eda599e841bc">
            <a:alphaModFix/>
          </a:blip>
          <a:stretch xmlns:a="http://schemas.openxmlformats.org/drawingml/2006/main">
            <a:fillRect l="0" t="0" r="0" b="0"/>
          </a:stretch>
        </p:blipFill>
        <p:spPr>
          <a:xfrm xmlns:a="http://schemas.openxmlformats.org/drawingml/2006/main" rot="0" flipH="0" flipV="0">
            <a:off x="397288" y="409100"/>
            <a:ext cx="1573166" cy="302650"/>
          </a:xfrm>
          <a:prstGeom xmlns:a="http://schemas.openxmlformats.org/drawingml/2006/main" prst="rect">
            <a:avLst/>
          </a:prstGeom>
          <a:ln xmlns:a="http://schemas.openxmlformats.org/drawingml/2006/main">
            <a:noFill/>
          </a:ln>
        </p:spPr>
      </p:pic>
      <p:pic>
        <p:nvPicPr>
          <p:cNvPr id="25" name="Google Shape;25;p4">
            <a:extLst xmlns:a="http://schemas.openxmlformats.org/drawingml/2006/main">
              <a:ext uri="{FF2B5EF4-FFF2-40B4-BE49-F238E27FC236}">
                <a16:creationId xmlns:a16="http://schemas.microsoft.com/office/drawing/2014/main" id="{C8E87658-97F6-4E8D-9FAD-57F762360A9A}"/>
              </a:ext>
            </a:extLst>
          </p:cNvPr>
          <p:cNvPicPr>
            <a:picLocks xmlns:a="http://schemas.openxmlformats.org/drawingml/2006/main" noChangeAspect="1"/>
          </p:cNvPicPr>
          <p:nvPr/>
        </p:nvPicPr>
        <p:blipFill>
          <a:blip xmlns:r="http://schemas.openxmlformats.org/officeDocument/2006/relationships" xmlns:a="http://schemas.openxmlformats.org/drawingml/2006/main" r:embed="Rd34109169bbb456d">
            <a:alphaModFix/>
          </a:blip>
          <a:stretch xmlns:a="http://schemas.openxmlformats.org/drawingml/2006/main">
            <a:fillRect l="0" t="0" r="0" b="0"/>
          </a:stretch>
        </p:blipFill>
        <p:spPr>
          <a:xfrm xmlns:a="http://schemas.openxmlformats.org/drawingml/2006/main" rot="0" flipH="0" flipV="0">
            <a:off x="7385794" y="360350"/>
            <a:ext cx="1363806" cy="400150"/>
          </a:xfrm>
          <a:prstGeom xmlns:a="http://schemas.openxmlformats.org/drawingml/2006/main" prst="rect">
            <a:avLst/>
          </a:prstGeom>
          <a:ln xmlns:a="http://schemas.openxmlformats.org/drawingml/2006/main">
            <a:noFill/>
          </a:ln>
        </p:spPr>
      </p:pic>
      <p:pic>
        <p:nvPicPr>
          <p:cNvPr id="26" name="Google Shape;26;p4">
            <a:extLst xmlns:a="http://schemas.openxmlformats.org/drawingml/2006/main">
              <a:ext uri="{FF2B5EF4-FFF2-40B4-BE49-F238E27FC236}">
                <a16:creationId xmlns:a16="http://schemas.microsoft.com/office/drawing/2014/main" id="{B89460D9-2C3C-497E-A838-4D5E18C05A8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fffc65ff3804454">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97378B0D-77EC-41A1-999F-69F9E9CC27B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9" name="Google Shape;29;p5">
            <a:extLst xmlns:a="http://schemas.openxmlformats.org/drawingml/2006/main">
              <a:ext uri="{FF2B5EF4-FFF2-40B4-BE49-F238E27FC236}">
                <a16:creationId xmlns:a16="http://schemas.microsoft.com/office/drawing/2014/main" id="{8AF4148C-A54F-498F-9A67-AFA6C7979E26}"/>
              </a:ext>
            </a:extLst>
          </p:cNvPr>
          <p:cNvSpPr>
            <a:spLocks xmlns:a="http://schemas.openxmlformats.org/drawingml/2006/main" noGrp="1"/>
          </p:cNvSpPr>
          <p:nvPr/>
        </p:nvSpPr>
        <p:spPr>
          <a:xfrm xmlns:a="http://schemas.openxmlformats.org/drawingml/2006/main">
            <a:off x="-50750" y="-75000"/>
            <a:ext cx="9248400" cy="5293500"/>
          </a:xfrm>
          <a:prstGeom xmlns:a="http://schemas.openxmlformats.org/drawingml/2006/main" prst="rect">
            <a:avLst/>
          </a:prstGeom>
          <a:solidFill xmlns:a="http://schemas.openxmlformats.org/drawingml/2006/main">
            <a:srgbClr val="4D4B4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30" name="Google Shape;30;p5">
            <a:extLst xmlns:a="http://schemas.openxmlformats.org/drawingml/2006/main">
              <a:ext uri="{FF2B5EF4-FFF2-40B4-BE49-F238E27FC236}">
                <a16:creationId xmlns:a16="http://schemas.microsoft.com/office/drawing/2014/main" id="{A8367733-44A0-492F-B32F-73D45C9B359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b7f94e959cf491e">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pic>
        <p:nvPicPr>
          <p:cNvPr id="32" name="Google Shape;32;p5">
            <a:extLst xmlns:a="http://schemas.openxmlformats.org/drawingml/2006/main">
              <a:ext uri="{FF2B5EF4-FFF2-40B4-BE49-F238E27FC236}">
                <a16:creationId xmlns:a16="http://schemas.microsoft.com/office/drawing/2014/main" id="{15807336-18CC-4B39-BB6D-69A7CAD21598}"/>
              </a:ext>
            </a:extLst>
          </p:cNvPr>
          <p:cNvPicPr>
            <a:picLocks xmlns:a="http://schemas.openxmlformats.org/drawingml/2006/main" noChangeAspect="1"/>
          </p:cNvPicPr>
          <p:nvPr/>
        </p:nvPicPr>
        <p:blipFill>
          <a:blip xmlns:r="http://schemas.openxmlformats.org/officeDocument/2006/relationships" xmlns:a="http://schemas.openxmlformats.org/drawingml/2006/main" r:embed="R46451cb280f4465d">
            <a:alphaModFix/>
          </a:blip>
          <a:stretch xmlns:a="http://schemas.openxmlformats.org/drawingml/2006/main">
            <a:fillRect l="0" t="0" r="0" b="0"/>
          </a:stretch>
        </p:blipFill>
        <p:spPr>
          <a:xfrm xmlns:a="http://schemas.openxmlformats.org/drawingml/2006/main" rot="0" flipH="0" flipV="0">
            <a:off x="397288" y="409100"/>
            <a:ext cx="1573166" cy="302650"/>
          </a:xfrm>
          <a:prstGeom xmlns:a="http://schemas.openxmlformats.org/drawingml/2006/main" prst="rect">
            <a:avLst/>
          </a:prstGeom>
          <a:ln xmlns:a="http://schemas.openxmlformats.org/drawingml/2006/main">
            <a:noFill/>
          </a:ln>
        </p:spPr>
      </p:pic>
      <p:pic>
        <p:nvPicPr>
          <p:cNvPr id="33" name="Google Shape;33;p5">
            <a:extLst xmlns:a="http://schemas.openxmlformats.org/drawingml/2006/main">
              <a:ext uri="{FF2B5EF4-FFF2-40B4-BE49-F238E27FC236}">
                <a16:creationId xmlns:a16="http://schemas.microsoft.com/office/drawing/2014/main" id="{70F02DF1-BEE5-49DC-B09E-2EB0D4400570}"/>
              </a:ext>
            </a:extLst>
          </p:cNvPr>
          <p:cNvPicPr>
            <a:picLocks xmlns:a="http://schemas.openxmlformats.org/drawingml/2006/main" noChangeAspect="1"/>
          </p:cNvPicPr>
          <p:nvPr/>
        </p:nvPicPr>
        <p:blipFill>
          <a:blip xmlns:r="http://schemas.openxmlformats.org/officeDocument/2006/relationships" xmlns:a="http://schemas.openxmlformats.org/drawingml/2006/main" r:embed="R52e1deff29604c65">
            <a:alphaModFix/>
          </a:blip>
          <a:stretch xmlns:a="http://schemas.openxmlformats.org/drawingml/2006/main">
            <a:fillRect l="0" t="0" r="0" b="0"/>
          </a:stretch>
        </p:blipFill>
        <p:spPr>
          <a:xfrm xmlns:a="http://schemas.openxmlformats.org/drawingml/2006/main" rot="0" flipH="0" flipV="0">
            <a:off x="7385794" y="360350"/>
            <a:ext cx="1363806" cy="40015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1FD9B099-AF03-4008-97F3-CC12358B962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6" name="Google Shape;36;p6">
            <a:extLst xmlns:a="http://schemas.openxmlformats.org/drawingml/2006/main">
              <a:ext uri="{FF2B5EF4-FFF2-40B4-BE49-F238E27FC236}">
                <a16:creationId xmlns:a16="http://schemas.microsoft.com/office/drawing/2014/main" id="{21BE944B-7EE9-45B6-828E-CF94717AC491}"/>
              </a:ext>
            </a:extLst>
          </p:cNvPr>
          <p:cNvSpPr>
            <a:spLocks xmlns:a="http://schemas.openxmlformats.org/drawingml/2006/main" noGrp="1"/>
          </p:cNvSpPr>
          <p:nvPr/>
        </p:nvSpPr>
        <p:spPr>
          <a:xfrm xmlns:a="http://schemas.openxmlformats.org/drawingml/2006/main">
            <a:off x="-104250" y="-71775"/>
            <a:ext cx="9352500" cy="5342400"/>
          </a:xfrm>
          <a:prstGeom xmlns:a="http://schemas.openxmlformats.org/drawingml/2006/main" prst="rect">
            <a:avLst/>
          </a:prstGeom>
          <a:solidFill xmlns:a="http://schemas.openxmlformats.org/drawingml/2006/main">
            <a:schemeClr val="lt2"/>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38" name="Google Shape;38;p6">
            <a:extLst xmlns:a="http://schemas.openxmlformats.org/drawingml/2006/main">
              <a:ext uri="{FF2B5EF4-FFF2-40B4-BE49-F238E27FC236}">
                <a16:creationId xmlns:a16="http://schemas.microsoft.com/office/drawing/2014/main" id="{15BADB41-55FB-412A-BA8C-75A75ECB41C4}"/>
              </a:ext>
            </a:extLst>
          </p:cNvPr>
          <p:cNvPicPr>
            <a:picLocks xmlns:a="http://schemas.openxmlformats.org/drawingml/2006/main" noChangeAspect="1"/>
          </p:cNvPicPr>
          <p:nvPr/>
        </p:nvPicPr>
        <p:blipFill>
          <a:blip xmlns:r="http://schemas.openxmlformats.org/officeDocument/2006/relationships" xmlns:a="http://schemas.openxmlformats.org/drawingml/2006/main" r:embed="R44e327dd73314d7f">
            <a:alphaModFix/>
          </a:blip>
          <a:stretch xmlns:a="http://schemas.openxmlformats.org/drawingml/2006/main">
            <a:fillRect l="0" t="0" r="0" b="0"/>
          </a:stretch>
        </p:blipFill>
        <p:spPr>
          <a:xfrm xmlns:a="http://schemas.openxmlformats.org/drawingml/2006/main" rot="0" flipH="0" flipV="0">
            <a:off x="7474900" y="360350"/>
            <a:ext cx="1273301" cy="400150"/>
          </a:xfrm>
          <a:prstGeom xmlns:a="http://schemas.openxmlformats.org/drawingml/2006/main" prst="rect">
            <a:avLst/>
          </a:prstGeom>
          <a:ln xmlns:a="http://schemas.openxmlformats.org/drawingml/2006/main">
            <a:noFill/>
          </a:ln>
        </p:spPr>
      </p:pic>
      <p:pic>
        <p:nvPicPr>
          <p:cNvPr id="39" name="Google Shape;39;p6">
            <a:extLst xmlns:a="http://schemas.openxmlformats.org/drawingml/2006/main">
              <a:ext uri="{FF2B5EF4-FFF2-40B4-BE49-F238E27FC236}">
                <a16:creationId xmlns:a16="http://schemas.microsoft.com/office/drawing/2014/main" id="{F8C76DC9-3C52-4345-863D-D7F43413EB07}"/>
              </a:ext>
            </a:extLst>
          </p:cNvPr>
          <p:cNvPicPr>
            <a:picLocks xmlns:a="http://schemas.openxmlformats.org/drawingml/2006/main" noChangeAspect="1"/>
          </p:cNvPicPr>
          <p:nvPr/>
        </p:nvPicPr>
        <p:blipFill>
          <a:blip xmlns:r="http://schemas.openxmlformats.org/officeDocument/2006/relationships" xmlns:a="http://schemas.openxmlformats.org/drawingml/2006/main" r:embed="R19cbe109d0bf40c7">
            <a:alphaModFix/>
          </a:blip>
          <a:stretch xmlns:a="http://schemas.openxmlformats.org/drawingml/2006/main">
            <a:fillRect l="0" t="0" r="0" b="0"/>
          </a:stretch>
        </p:blipFill>
        <p:spPr>
          <a:xfrm xmlns:a="http://schemas.openxmlformats.org/drawingml/2006/main" rot="0" flipH="0" flipV="0">
            <a:off x="395800" y="409100"/>
            <a:ext cx="1573350" cy="302650"/>
          </a:xfrm>
          <a:prstGeom xmlns:a="http://schemas.openxmlformats.org/drawingml/2006/main" prst="rect">
            <a:avLst/>
          </a:prstGeom>
          <a:ln xmlns:a="http://schemas.openxmlformats.org/drawingml/2006/main">
            <a:noFill/>
          </a:ln>
        </p:spPr>
      </p:pic>
      <p:pic>
        <p:nvPicPr>
          <p:cNvPr id="40" name="Google Shape;40;p6">
            <a:extLst xmlns:a="http://schemas.openxmlformats.org/drawingml/2006/main">
              <a:ext uri="{FF2B5EF4-FFF2-40B4-BE49-F238E27FC236}">
                <a16:creationId xmlns:a16="http://schemas.microsoft.com/office/drawing/2014/main" id="{634B2D79-C689-48D5-9D9E-CB09FA64AEA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6e16ff7090748c7">
            <a:alphaModFix/>
          </a:blip>
          <a:srcRect xmlns:a="http://schemas.openxmlformats.org/drawingml/2006/main" l="0" t="0" r="0" b="0"/>
          <a:stretch xmlns:a="http://schemas.openxmlformats.org/drawingml/2006/main"/>
        </p:blipFill>
        <p:spPr>
          <a:xfrm xmlns:a="http://schemas.openxmlformats.org/drawingml/2006/main">
            <a:off x="8288622" y="4422472"/>
            <a:ext cx="378013" cy="40015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2" name="Google Shape;42;p7">
            <a:extLst xmlns:a="http://schemas.openxmlformats.org/drawingml/2006/main">
              <a:ext uri="{FF2B5EF4-FFF2-40B4-BE49-F238E27FC236}">
                <a16:creationId xmlns:a16="http://schemas.microsoft.com/office/drawing/2014/main" id="{1FF7DED1-2E46-4F8D-9392-B44436AA7AB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ítulo y objetos" type="obj">
  <p:cSld name="OBJECT">
    <p:spTree>
      <p:nvGrpSpPr>
        <p:cNvPr id="1" name=""/>
        <p:cNvGrpSpPr/>
        <p:nvPr/>
      </p:nvGrpSpPr>
      <p:grpSpPr>
        <a:xfrm xmlns:a="http://schemas.openxmlformats.org/drawingml/2006/main"/>
      </p:grpSpPr>
      <p:sp>
        <p:nvSpPr>
          <p:cNvPr id="44" name="Google Shape;44;p8">
            <a:extLst xmlns:a="http://schemas.openxmlformats.org/drawingml/2006/main">
              <a:ext uri="{FF2B5EF4-FFF2-40B4-BE49-F238E27FC236}">
                <a16:creationId xmlns:a16="http://schemas.microsoft.com/office/drawing/2014/main" id="{930C671B-3258-4C2F-9711-49E01AE6D843}"/>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lgn="l">
              <a:lnSpc>
                <a:spcPct val="100000"/>
              </a:lnSpc>
              <a:spcBef>
                <a:spcPts val="0"/>
              </a:spcBef>
              <a:spcAft>
                <a:spcPts val="0"/>
              </a:spcAft>
              <a:buSzPts val="1100"/>
              <a:buNone/>
              <a:defRPr/>
            </a:lvl2pPr>
            <a:lvl3pPr algn="l">
              <a:lnSpc>
                <a:spcPct val="100000"/>
              </a:lnSpc>
              <a:spcBef>
                <a:spcPts val="0"/>
              </a:spcBef>
              <a:spcAft>
                <a:spcPts val="0"/>
              </a:spcAft>
              <a:buSzPts val="1100"/>
              <a:buNone/>
              <a:defRPr/>
            </a:lvl3pPr>
            <a:lvl4pPr algn="l">
              <a:lnSpc>
                <a:spcPct val="100000"/>
              </a:lnSpc>
              <a:spcBef>
                <a:spcPts val="0"/>
              </a:spcBef>
              <a:spcAft>
                <a:spcPts val="0"/>
              </a:spcAft>
              <a:buSzPts val="1100"/>
              <a:buNone/>
              <a:defRPr/>
            </a:lvl4pPr>
            <a:lvl5pPr algn="l">
              <a:lnSpc>
                <a:spcPct val="100000"/>
              </a:lnSpc>
              <a:spcBef>
                <a:spcPts val="0"/>
              </a:spcBef>
              <a:spcAft>
                <a:spcPts val="0"/>
              </a:spcAft>
              <a:buSzPts val="1100"/>
              <a:buNone/>
              <a:defRPr/>
            </a:lvl5pPr>
            <a:lvl6pPr algn="l">
              <a:lnSpc>
                <a:spcPct val="100000"/>
              </a:lnSpc>
              <a:spcBef>
                <a:spcPts val="0"/>
              </a:spcBef>
              <a:spcAft>
                <a:spcPts val="0"/>
              </a:spcAft>
              <a:buSzPts val="1100"/>
              <a:buNone/>
              <a:defRPr/>
            </a:lvl6pPr>
            <a:lvl7pPr algn="l">
              <a:lnSpc>
                <a:spcPct val="100000"/>
              </a:lnSpc>
              <a:spcBef>
                <a:spcPts val="0"/>
              </a:spcBef>
              <a:spcAft>
                <a:spcPts val="0"/>
              </a:spcAft>
              <a:buSzPts val="1100"/>
              <a:buNone/>
              <a:defRPr/>
            </a:lvl7pPr>
            <a:lvl8pPr algn="l">
              <a:lnSpc>
                <a:spcPct val="100000"/>
              </a:lnSpc>
              <a:spcBef>
                <a:spcPts val="0"/>
              </a:spcBef>
              <a:spcAft>
                <a:spcPts val="0"/>
              </a:spcAft>
              <a:buSzPts val="1100"/>
              <a:buNone/>
              <a:defRPr/>
            </a:lvl8pPr>
            <a:lvl9pPr algn="l">
              <a:lnSpc>
                <a:spcPct val="100000"/>
              </a:lnSpc>
              <a:spcBef>
                <a:spcPts val="0"/>
              </a:spcBef>
              <a:spcAft>
                <a:spcPts val="0"/>
              </a:spcAft>
              <a:buSzPts val="1100"/>
              <a:buNone/>
              <a:defRPr/>
            </a:lvl9pPr>
          </a:lstStyle>
          <a:p xmlns:a="http://schemas.openxmlformats.org/drawingml/2006/main"/>
        </p:txBody>
      </p:sp>
      <p:sp>
        <p:nvSpPr>
          <p:cNvPr id="45" name="Google Shape;45;p8">
            <a:extLst xmlns:a="http://schemas.openxmlformats.org/drawingml/2006/main">
              <a:ext uri="{FF2B5EF4-FFF2-40B4-BE49-F238E27FC236}">
                <a16:creationId xmlns:a16="http://schemas.microsoft.com/office/drawing/2014/main" id="{74BFA513-BAE8-4B2A-A67F-CD0BE8B24B13}"/>
              </a:ext>
            </a:extLst>
          </p:cNvPr>
          <p:cNvSpPr>
            <a:spLocks xmlns:a="http://schemas.openxmlformats.org/drawingml/2006/main" noGrp="1"/>
          </p:cNvSpPr>
          <p:nvPr>
            <p:ph type="body" idx="1"/>
          </p:nvPr>
        </p:nvSpPr>
        <p:spPr>
          <a:xfrm xmlns:a="http://schemas.openxmlformats.org/drawingml/2006/main">
            <a:off x="628650" y="1369219"/>
            <a:ext cx="78867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8DA8408E-FE9A-4C4D-A3B6-02E124302880}"/>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47" name="Google Shape;47;p8">
            <a:extLst xmlns:a="http://schemas.openxmlformats.org/drawingml/2006/main">
              <a:ext uri="{FF2B5EF4-FFF2-40B4-BE49-F238E27FC236}">
                <a16:creationId xmlns:a16="http://schemas.microsoft.com/office/drawing/2014/main" id="{EF31CA02-1F60-45F3-A027-EAA8F674F331}"/>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48" name="Google Shape;48;p8">
            <a:extLst xmlns:a="http://schemas.openxmlformats.org/drawingml/2006/main">
              <a:ext uri="{FF2B5EF4-FFF2-40B4-BE49-F238E27FC236}">
                <a16:creationId xmlns:a16="http://schemas.microsoft.com/office/drawing/2014/main" id="{CF93C5CD-FE38-419A-AF20-2B86148DEFA1}"/>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Fondo_Blanco">
  <p:cSld name="BLANK_1">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Google Shape;50;p9">
            <a:extLst xmlns:a="http://schemas.openxmlformats.org/drawingml/2006/main">
              <a:ext uri="{FF2B5EF4-FFF2-40B4-BE49-F238E27FC236}">
                <a16:creationId xmlns:a16="http://schemas.microsoft.com/office/drawing/2014/main" id="{8F36C739-8D47-4664-A240-F9388927D07D}"/>
              </a:ext>
            </a:extLst>
          </p:cNvPr>
          <p:cNvSpPr>
            <a:spLocks xmlns:a="http://schemas.openxmlformats.org/drawingml/2006/main" noGrp="1"/>
          </p:cNvSpPr>
          <p:nvPr>
            <p:ph type="title" idx="0"/>
          </p:nvPr>
        </p:nvSpPr>
        <p:spPr>
          <a:xfrm xmlns:a="http://schemas.openxmlformats.org/drawingml/2006/main">
            <a:off x="2398650" y="1744275"/>
            <a:ext cx="4346700" cy="11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lnSpc>
                <a:spcPct val="80000"/>
              </a:lnSpc>
              <a:spcBef>
                <a:spcPts val="0"/>
              </a:spcBef>
              <a:spcAft>
                <a:spcPts val="0"/>
              </a:spcAft>
              <a:buClr>
                <a:srgbClr val="000000"/>
              </a:buClr>
              <a:buSzPts val="2400"/>
              <a:buFont typeface="Arial"/>
              <a:buNone/>
              <a:defRPr sz="2400" b="1" i="0" u="none" strike="noStrike" cap="none">
                <a:solidFill>
                  <a:srgbClr val="666666"/>
                </a:solidFill>
                <a:latin typeface="Open Sans"/>
                <a:ea typeface="Open Sans"/>
                <a:cs typeface="Open Sans"/>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Tree>
  </p:cSld>
</p:sldLayout>
</file>

<file path=ppt/slideLayouts/slideLayout9.xml><?xml version="1.0" encoding="utf-8"?>
<p:sldLayout xmlns:p="http://schemas.openxmlformats.org/presentationml/2006/main" matchingName="Diapositiva de título">
  <p:cSld name="TITLE_1">
    <p:spTree>
      <p:nvGrpSpPr>
        <p:cNvPr id="1" name=""/>
        <p:cNvGrpSpPr/>
        <p:nvPr/>
      </p:nvGrpSpPr>
      <p:grpSpPr>
        <a:xfrm xmlns:a="http://schemas.openxmlformats.org/drawingml/2006/main"/>
      </p:grpSpPr>
      <p:sp>
        <p:nvSpPr>
          <p:cNvPr id="52" name="Google Shape;52;p10">
            <a:extLst xmlns:a="http://schemas.openxmlformats.org/drawingml/2006/main">
              <a:ext uri="{FF2B5EF4-FFF2-40B4-BE49-F238E27FC236}">
                <a16:creationId xmlns:a16="http://schemas.microsoft.com/office/drawing/2014/main" id="{FE4B92E5-A0F9-4D87-A13E-AD65F9B116BE}"/>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Clr>
                <a:schemeClr val="dk1"/>
              </a:buClr>
              <a:buSzPts val="4500"/>
              <a:buFont typeface="Calibri"/>
              <a:buNone/>
              <a:defRPr sz="4500"/>
            </a:lvl1pPr>
            <a:lvl2pPr algn="l">
              <a:lnSpc>
                <a:spcPct val="100000"/>
              </a:lnSpc>
              <a:spcBef>
                <a:spcPts val="0"/>
              </a:spcBef>
              <a:spcAft>
                <a:spcPts val="0"/>
              </a:spcAft>
              <a:buSzPts val="1100"/>
              <a:buNone/>
              <a:defRPr/>
            </a:lvl2pPr>
            <a:lvl3pPr algn="l">
              <a:lnSpc>
                <a:spcPct val="100000"/>
              </a:lnSpc>
              <a:spcBef>
                <a:spcPts val="0"/>
              </a:spcBef>
              <a:spcAft>
                <a:spcPts val="0"/>
              </a:spcAft>
              <a:buSzPts val="1100"/>
              <a:buNone/>
              <a:defRPr/>
            </a:lvl3pPr>
            <a:lvl4pPr algn="l">
              <a:lnSpc>
                <a:spcPct val="100000"/>
              </a:lnSpc>
              <a:spcBef>
                <a:spcPts val="0"/>
              </a:spcBef>
              <a:spcAft>
                <a:spcPts val="0"/>
              </a:spcAft>
              <a:buSzPts val="1100"/>
              <a:buNone/>
              <a:defRPr/>
            </a:lvl4pPr>
            <a:lvl5pPr algn="l">
              <a:lnSpc>
                <a:spcPct val="100000"/>
              </a:lnSpc>
              <a:spcBef>
                <a:spcPts val="0"/>
              </a:spcBef>
              <a:spcAft>
                <a:spcPts val="0"/>
              </a:spcAft>
              <a:buSzPts val="1100"/>
              <a:buNone/>
              <a:defRPr/>
            </a:lvl5pPr>
            <a:lvl6pPr algn="l">
              <a:lnSpc>
                <a:spcPct val="100000"/>
              </a:lnSpc>
              <a:spcBef>
                <a:spcPts val="0"/>
              </a:spcBef>
              <a:spcAft>
                <a:spcPts val="0"/>
              </a:spcAft>
              <a:buSzPts val="1100"/>
              <a:buNone/>
              <a:defRPr/>
            </a:lvl6pPr>
            <a:lvl7pPr algn="l">
              <a:lnSpc>
                <a:spcPct val="100000"/>
              </a:lnSpc>
              <a:spcBef>
                <a:spcPts val="0"/>
              </a:spcBef>
              <a:spcAft>
                <a:spcPts val="0"/>
              </a:spcAft>
              <a:buSzPts val="1100"/>
              <a:buNone/>
              <a:defRPr/>
            </a:lvl7pPr>
            <a:lvl8pPr algn="l">
              <a:lnSpc>
                <a:spcPct val="100000"/>
              </a:lnSpc>
              <a:spcBef>
                <a:spcPts val="0"/>
              </a:spcBef>
              <a:spcAft>
                <a:spcPts val="0"/>
              </a:spcAft>
              <a:buSzPts val="1100"/>
              <a:buNone/>
              <a:defRPr/>
            </a:lvl8pPr>
            <a:lvl9pPr algn="l">
              <a:lnSpc>
                <a:spcPct val="100000"/>
              </a:lnSpc>
              <a:spcBef>
                <a:spcPts val="0"/>
              </a:spcBef>
              <a:spcAft>
                <a:spcPts val="0"/>
              </a:spcAft>
              <a:buSzPts val="1100"/>
              <a:buNone/>
              <a:defRPr/>
            </a:lvl9pPr>
          </a:lstStyle>
          <a:p xmlns:a="http://schemas.openxmlformats.org/drawingml/2006/main"/>
        </p:txBody>
      </p:sp>
      <p:sp>
        <p:nvSpPr>
          <p:cNvPr id="53" name="Google Shape;53;p10">
            <a:extLst xmlns:a="http://schemas.openxmlformats.org/drawingml/2006/main">
              <a:ext uri="{FF2B5EF4-FFF2-40B4-BE49-F238E27FC236}">
                <a16:creationId xmlns:a16="http://schemas.microsoft.com/office/drawing/2014/main" id="{D075CC99-E0DE-40F4-B8E8-E9815FBAD4ED}"/>
              </a:ext>
            </a:extLst>
          </p:cNvPr>
          <p:cNvSpPr>
            <a:spLocks xmlns:a="http://schemas.openxmlformats.org/drawingml/2006/main" noGrp="1"/>
          </p:cNvSpPr>
          <p:nvPr>
            <p:ph type="subTitle" idx="1"/>
          </p:nvPr>
        </p:nvSpPr>
        <p:spPr>
          <a:xfrm xmlns:a="http://schemas.openxmlformats.org/drawingml/2006/main">
            <a:off x="1143000" y="2701529"/>
            <a:ext cx="6858000" cy="124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Clr>
                <a:schemeClr val="dk1"/>
              </a:buClr>
              <a:buSzPts val="1800"/>
              <a:buNone/>
              <a:defRPr sz="1800"/>
            </a:lvl1pPr>
            <a:lvl2pPr algn="ctr">
              <a:lnSpc>
                <a:spcPct val="90000"/>
              </a:lnSpc>
              <a:spcBef>
                <a:spcPts val="400"/>
              </a:spcBef>
              <a:spcAft>
                <a:spcPts val="0"/>
              </a:spcAft>
              <a:buClr>
                <a:schemeClr val="dk1"/>
              </a:buClr>
              <a:buSzPts val="1500"/>
              <a:buNone/>
              <a:defRPr sz="1500"/>
            </a:lvl2pPr>
            <a:lvl3pPr algn="ctr">
              <a:lnSpc>
                <a:spcPct val="90000"/>
              </a:lnSpc>
              <a:spcBef>
                <a:spcPts val="400"/>
              </a:spcBef>
              <a:spcAft>
                <a:spcPts val="0"/>
              </a:spcAft>
              <a:buClr>
                <a:schemeClr val="dk1"/>
              </a:buClr>
              <a:buSzPts val="1400"/>
              <a:buNone/>
              <a:defRPr sz="1400"/>
            </a:lvl3pPr>
            <a:lvl4pPr algn="ctr">
              <a:lnSpc>
                <a:spcPct val="90000"/>
              </a:lnSpc>
              <a:spcBef>
                <a:spcPts val="400"/>
              </a:spcBef>
              <a:spcAft>
                <a:spcPts val="0"/>
              </a:spcAft>
              <a:buClr>
                <a:schemeClr val="dk1"/>
              </a:buClr>
              <a:buSzPts val="1200"/>
              <a:buNone/>
              <a:defRPr sz="1200"/>
            </a:lvl4pPr>
            <a:lvl5pPr algn="ctr">
              <a:lnSpc>
                <a:spcPct val="90000"/>
              </a:lnSpc>
              <a:spcBef>
                <a:spcPts val="400"/>
              </a:spcBef>
              <a:spcAft>
                <a:spcPts val="0"/>
              </a:spcAft>
              <a:buClr>
                <a:schemeClr val="dk1"/>
              </a:buClr>
              <a:buSzPts val="1200"/>
              <a:buNone/>
              <a:defRPr sz="1200"/>
            </a:lvl5pPr>
            <a:lvl6pPr algn="ctr">
              <a:lnSpc>
                <a:spcPct val="90000"/>
              </a:lnSpc>
              <a:spcBef>
                <a:spcPts val="400"/>
              </a:spcBef>
              <a:spcAft>
                <a:spcPts val="0"/>
              </a:spcAft>
              <a:buClr>
                <a:schemeClr val="dk1"/>
              </a:buClr>
              <a:buSzPts val="1200"/>
              <a:buNone/>
              <a:defRPr sz="1200"/>
            </a:lvl6pPr>
            <a:lvl7pPr algn="ctr">
              <a:lnSpc>
                <a:spcPct val="90000"/>
              </a:lnSpc>
              <a:spcBef>
                <a:spcPts val="400"/>
              </a:spcBef>
              <a:spcAft>
                <a:spcPts val="0"/>
              </a:spcAft>
              <a:buClr>
                <a:schemeClr val="dk1"/>
              </a:buClr>
              <a:buSzPts val="1200"/>
              <a:buNone/>
              <a:defRPr sz="1200"/>
            </a:lvl7pPr>
            <a:lvl8pPr algn="ctr">
              <a:lnSpc>
                <a:spcPct val="90000"/>
              </a:lnSpc>
              <a:spcBef>
                <a:spcPts val="400"/>
              </a:spcBef>
              <a:spcAft>
                <a:spcPts val="0"/>
              </a:spcAft>
              <a:buClr>
                <a:schemeClr val="dk1"/>
              </a:buClr>
              <a:buSzPts val="1200"/>
              <a:buNone/>
              <a:defRPr sz="1200"/>
            </a:lvl8pPr>
            <a:lvl9pPr algn="ctr">
              <a:lnSpc>
                <a:spcPct val="90000"/>
              </a:lnSpc>
              <a:spcBef>
                <a:spcPts val="400"/>
              </a:spcBef>
              <a:spcAft>
                <a:spcPts val="0"/>
              </a:spcAft>
              <a:buClr>
                <a:schemeClr val="dk1"/>
              </a:buClr>
              <a:buSzPts val="1200"/>
              <a:buNone/>
              <a:defRPr sz="1200"/>
            </a:lvl9pPr>
          </a:lstStyle>
          <a:p xmlns:a="http://schemas.openxmlformats.org/drawingml/2006/main"/>
        </p:txBody>
      </p:sp>
      <p:sp>
        <p:nvSpPr>
          <p:cNvPr id="54" name="Google Shape;54;p10">
            <a:extLst xmlns:a="http://schemas.openxmlformats.org/drawingml/2006/main">
              <a:ext uri="{FF2B5EF4-FFF2-40B4-BE49-F238E27FC236}">
                <a16:creationId xmlns:a16="http://schemas.microsoft.com/office/drawing/2014/main" id="{DB87E563-C902-4A6E-9770-3F184CFA3FDA}"/>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55" name="Google Shape;55;p10">
            <a:extLst xmlns:a="http://schemas.openxmlformats.org/drawingml/2006/main">
              <a:ext uri="{FF2B5EF4-FFF2-40B4-BE49-F238E27FC236}">
                <a16:creationId xmlns:a16="http://schemas.microsoft.com/office/drawing/2014/main" id="{E08D3051-5BD0-440D-9070-A7CDF5624D1F}"/>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56" name="Google Shape;56;p10">
            <a:extLst xmlns:a="http://schemas.openxmlformats.org/drawingml/2006/main">
              <a:ext uri="{FF2B5EF4-FFF2-40B4-BE49-F238E27FC236}">
                <a16:creationId xmlns:a16="http://schemas.microsoft.com/office/drawing/2014/main" id="{A61483D3-D9AE-40AB-9E8B-4AA62AC89709}"/>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926525db10a46d6" /><Relationship Type="http://schemas.openxmlformats.org/officeDocument/2006/relationships/theme" Target="/ppt/slideMasters/theme/theme2.xml" Id="R6381d245074c411a" /><Relationship Type="http://schemas.openxmlformats.org/officeDocument/2006/relationships/slideLayout" Target="/ppt/slideLayouts/slideLayout1.xml" Id="Rd326b91ed9604a39" /><Relationship Type="http://schemas.openxmlformats.org/officeDocument/2006/relationships/slideLayout" Target="/ppt/slideLayouts/slideLayout2.xml" Id="R5006d0ade0df4999" /><Relationship Type="http://schemas.openxmlformats.org/officeDocument/2006/relationships/slideLayout" Target="/ppt/slideLayouts/slideLayout3.xml" Id="R006e7d24a01044aa" /><Relationship Type="http://schemas.openxmlformats.org/officeDocument/2006/relationships/slideLayout" Target="/ppt/slideLayouts/slideLayout4.xml" Id="R44d87ba2f1c74c94" /><Relationship Type="http://schemas.openxmlformats.org/officeDocument/2006/relationships/slideLayout" Target="/ppt/slideLayouts/slideLayout5.xml" Id="R4e792a7ffe5145ed" /><Relationship Type="http://schemas.openxmlformats.org/officeDocument/2006/relationships/slideLayout" Target="/ppt/slideLayouts/slideLayout6.xml" Id="R0cad9b4dd80346a4" /><Relationship Type="http://schemas.openxmlformats.org/officeDocument/2006/relationships/slideLayout" Target="/ppt/slideLayouts/slideLayout7.xml" Id="R8182681391db4dc3" /><Relationship Type="http://schemas.openxmlformats.org/officeDocument/2006/relationships/slideLayout" Target="/ppt/slideLayouts/slideLayout8.xml" Id="R0e81b3d7f3ff47ab" /><Relationship Type="http://schemas.openxmlformats.org/officeDocument/2006/relationships/slideLayout" Target="/ppt/slideLayouts/slideLayout9.xml" Id="Rcf63408b8f714597" /></Relationships>
</file>

<file path=ppt/slideMasters/slideMaster1.xml><?xml version="1.0" encoding="utf-8"?>
<p:sldMaster xmlns:p="http://schemas.openxmlformats.org/presentationml/2006/main">
  <p:cSld name="simple-light-2">
    <p:bg>
      <p:bgPr>
        <a:blipFill xmlns:a="http://schemas.openxmlformats.org/drawingml/2006/main">
          <a:blip xmlns:r="http://schemas.openxmlformats.org/officeDocument/2006/relationships" r:embed="Ra926525db10a46d6">
            <a:alphaModFix/>
          </a:blip>
          <a:stretch>
            <a:fillRect l="0" t="0" r="0" b="0"/>
          </a:stretch>
        </a:blip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1836B2DF-03DC-445B-ACC1-4B170CB82D0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A98D91A-3706-4C0F-8D91-9846A9A378E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A2D5322-91C1-4487-834A-C2179EE9EF9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b="1">
                <a:solidFill>
                  <a:srgbClr val="00E1FF"/>
                </a:solidFill>
                <a:latin typeface="Space Grotesk"/>
                <a:ea typeface="Space Grotesk"/>
                <a:cs typeface="Space Grotesk"/>
              </a:defRPr>
            </a:lvl1pPr>
            <a:lvl2pPr algn="r">
              <a:buNone/>
              <a:defRPr sz="1000" b="1">
                <a:solidFill>
                  <a:srgbClr val="00E1FF"/>
                </a:solidFill>
                <a:latin typeface="Space Grotesk"/>
                <a:ea typeface="Space Grotesk"/>
                <a:cs typeface="Space Grotesk"/>
              </a:defRPr>
            </a:lvl2pPr>
            <a:lvl3pPr algn="r">
              <a:buNone/>
              <a:defRPr sz="1000" b="1">
                <a:solidFill>
                  <a:srgbClr val="00E1FF"/>
                </a:solidFill>
                <a:latin typeface="Space Grotesk"/>
                <a:ea typeface="Space Grotesk"/>
                <a:cs typeface="Space Grotesk"/>
              </a:defRPr>
            </a:lvl3pPr>
            <a:lvl4pPr algn="r">
              <a:buNone/>
              <a:defRPr sz="1000" b="1">
                <a:solidFill>
                  <a:srgbClr val="00E1FF"/>
                </a:solidFill>
                <a:latin typeface="Space Grotesk"/>
                <a:ea typeface="Space Grotesk"/>
                <a:cs typeface="Space Grotesk"/>
              </a:defRPr>
            </a:lvl4pPr>
            <a:lvl5pPr algn="r">
              <a:buNone/>
              <a:defRPr sz="1000" b="1">
                <a:solidFill>
                  <a:srgbClr val="00E1FF"/>
                </a:solidFill>
                <a:latin typeface="Space Grotesk"/>
                <a:ea typeface="Space Grotesk"/>
                <a:cs typeface="Space Grotesk"/>
              </a:defRPr>
            </a:lvl5pPr>
            <a:lvl6pPr algn="r">
              <a:buNone/>
              <a:defRPr sz="1000" b="1">
                <a:solidFill>
                  <a:srgbClr val="00E1FF"/>
                </a:solidFill>
                <a:latin typeface="Space Grotesk"/>
                <a:ea typeface="Space Grotesk"/>
                <a:cs typeface="Space Grotesk"/>
              </a:defRPr>
            </a:lvl6pPr>
            <a:lvl7pPr algn="r">
              <a:buNone/>
              <a:defRPr sz="1000" b="1">
                <a:solidFill>
                  <a:srgbClr val="00E1FF"/>
                </a:solidFill>
                <a:latin typeface="Space Grotesk"/>
                <a:ea typeface="Space Grotesk"/>
                <a:cs typeface="Space Grotesk"/>
              </a:defRPr>
            </a:lvl7pPr>
            <a:lvl8pPr algn="r">
              <a:buNone/>
              <a:defRPr sz="1000" b="1">
                <a:solidFill>
                  <a:srgbClr val="00E1FF"/>
                </a:solidFill>
                <a:latin typeface="Space Grotesk"/>
                <a:ea typeface="Space Grotesk"/>
                <a:cs typeface="Space Grotesk"/>
              </a:defRPr>
            </a:lvl8pPr>
            <a:lvl9pPr algn="r">
              <a:buNone/>
              <a:defRPr sz="1000" b="1">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326b91ed9604a39"/>
    <p:sldLayoutId xmlns:r="http://schemas.openxmlformats.org/officeDocument/2006/relationships" id="2147483650" r:id="R5006d0ade0df4999"/>
    <p:sldLayoutId xmlns:r="http://schemas.openxmlformats.org/officeDocument/2006/relationships" id="2147483651" r:id="R006e7d24a01044aa"/>
    <p:sldLayoutId xmlns:r="http://schemas.openxmlformats.org/officeDocument/2006/relationships" id="2147483652" r:id="R44d87ba2f1c74c94"/>
    <p:sldLayoutId xmlns:r="http://schemas.openxmlformats.org/officeDocument/2006/relationships" id="2147483653" r:id="R4e792a7ffe5145ed"/>
    <p:sldLayoutId xmlns:r="http://schemas.openxmlformats.org/officeDocument/2006/relationships" id="2147483654" r:id="R0cad9b4dd80346a4"/>
    <p:sldLayoutId xmlns:r="http://schemas.openxmlformats.org/officeDocument/2006/relationships" id="2147483655" r:id="R8182681391db4dc3"/>
    <p:sldLayoutId xmlns:r="http://schemas.openxmlformats.org/officeDocument/2006/relationships" id="2147483656" r:id="R0e81b3d7f3ff47ab"/>
    <p:sldLayoutId xmlns:r="http://schemas.openxmlformats.org/officeDocument/2006/relationships" id="2147483657" r:id="Rcf63408b8f71459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9cf65bd40ba141ce" /><Relationship Type="http://schemas.openxmlformats.org/officeDocument/2006/relationships/notesSlide" Target="/ppt/notesSlides/notesSlide1.xml" Id="R3759fcdc6cf443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e0a22f9d1a58429e" /><Relationship Type="http://schemas.openxmlformats.org/officeDocument/2006/relationships/notesSlide" Target="/ppt/notesSlides/notesSlide2.xml" Id="R17c6fb362f974e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3d1280385ba94019" /><Relationship Type="http://schemas.openxmlformats.org/officeDocument/2006/relationships/notesSlide" Target="/ppt/notesSlides/notesSlide3.xml" Id="R5e3024185ffe42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1777cb47db5547f8" /><Relationship Type="http://schemas.openxmlformats.org/officeDocument/2006/relationships/notesSlide" Target="/ppt/notesSlides/notesSlide4.xml" Id="R63bf92ca817e4e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883cb1fac86b4af5" /><Relationship Type="http://schemas.openxmlformats.org/officeDocument/2006/relationships/notesSlide" Target="/ppt/notesSlides/notesSlide5.xml" Id="Ree4de05c9f9b4d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640f1b95210d4473" /><Relationship Type="http://schemas.openxmlformats.org/officeDocument/2006/relationships/notesSlide" Target="/ppt/notesSlides/notesSlide6.xml" Id="Ra57ec2b3cb6746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7cdb696c5aaf468b" /><Relationship Type="http://schemas.openxmlformats.org/officeDocument/2006/relationships/notesSlide" Target="/ppt/notesSlides/notesSlide7.xml" Id="R6198d72ebbcd4a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ce125a91a6244803" /><Relationship Type="http://schemas.openxmlformats.org/officeDocument/2006/relationships/notesSlide" Target="/ppt/notesSlides/notesSlide8.xml" Id="R9d7390d2ab924b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a26f20acbff8416e" /><Relationship Type="http://schemas.openxmlformats.org/officeDocument/2006/relationships/chart" Target="/ppt/slides/charts/chart1.xml" Id="Rb37cb3e513e84731" /><Relationship Type="http://schemas.openxmlformats.org/officeDocument/2006/relationships/notesSlide" Target="/ppt/notesSlides/notesSlide9.xml" Id="R4b8a8bc4289347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5.xml" Id="Rc0f56d75659549c1" /><Relationship Type="http://schemas.openxmlformats.org/officeDocument/2006/relationships/notesSlide" Target="/ppt/notesSlides/notesSlide10.xml" Id="R41f1112af60c4c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02dddc4f18c34420" /><Relationship Type="http://schemas.openxmlformats.org/officeDocument/2006/relationships/notesSlide" Target="/ppt/notesSlides/notesSlide11.xml" Id="R7485e50e36a544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5b491b2126ca4fa2" /><Relationship Type="http://schemas.openxmlformats.org/officeDocument/2006/relationships/notesSlide" Target="/ppt/notesSlides/notesSlide12.xml" Id="R8ee75e38af2d48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5c4c06382ca14d62" /><Relationship Type="http://schemas.openxmlformats.org/officeDocument/2006/relationships/notesSlide" Target="/ppt/notesSlides/notesSlide13.xml" Id="R38b1fb8aa35143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5.xml" Id="Rd6b9541bf01f4edb" /><Relationship Type="http://schemas.openxmlformats.org/officeDocument/2006/relationships/notesSlide" Target="/ppt/notesSlides/notesSlide14.xml" Id="Reb2b8d5ac58c47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6d5578885df44325" /><Relationship Type="http://schemas.openxmlformats.org/officeDocument/2006/relationships/notesSlide" Target="/ppt/notesSlides/notesSlide15.xml" Id="R3cd3273d49a14d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Cinco consultas (ms)</c:v>
          </c:tx>
          <c:spPr>
            <a:solidFill xmlns:a="http://schemas.openxmlformats.org/drawingml/2006/main">
              <a:srgbClr val="00D2E9"/>
            </a:solidFill>
          </c:spPr>
          <c:invertIfNegative val="0"/>
          <c:cat>
            <c:strRef>
              <c:f>'Chart Data'!$A$2:$A$3</c:f>
              <c:strCache>
                <c:ptCount val="2"/>
                <c:pt idx="0">
                  <c:v>HNSW</c:v>
                </c:pt>
                <c:pt idx="1">
                  <c:v>KNN exacto</c:v>
                </c:pt>
              </c:strCache>
            </c:strRef>
          </c:cat>
          <c:val>
            <c:numRef>
              <c:f>'Chart Data'!$B$2:$B$3</c:f>
              <c:numCache>
                <c:formatCode>General</c:formatCode>
                <c:ptCount val="2"/>
                <c:pt idx="0">
                  <c:v>3.706473</c:v>
                </c:pt>
                <c:pt idx="1">
                  <c:v>19.218685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4E4B4C"/>
                  </a:solidFill>
                  <a:latin typeface="Space Grotesk"/>
                  <a:ea typeface="Space Grotesk"/>
                  <a:cs typeface="Space Grotesk"/>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E4B4C"/>
                </a:solidFill>
                <a:latin typeface="Space Grotesk"/>
                <a:ea typeface="Space Grotesk"/>
                <a:cs typeface="Space Grotesk"/>
              </a:defRPr>
            </a:pPr>
          </a:p>
        </c:txPr>
        <c:crossAx val="48672768"/>
      </c:catAx>
      <c:valAx>
        <c:axId val="48672768"/>
        <c:scaling>
          <c:orientation val="minMax"/>
        </c:scaling>
        <c:delete val="0"/>
        <c:axPos val="b"/>
        <c:title>
          <c:tx>
            <c:rich>
              <a:bodyPr xmlns:a="http://schemas.openxmlformats.org/drawingml/2006/main"/>
              <a:lstStyle xmlns:a="http://schemas.openxmlformats.org/drawingml/2006/main"/>
              <a:p xmlns:a="http://schemas.openxmlformats.org/drawingml/2006/main">
                <a:r>
                  <a:rPr sz="1125">
                    <a:solidFill>
                      <a:srgbClr val="4E4B4C"/>
                    </a:solidFill>
                    <a:latin typeface="Space Grotesk"/>
                    <a:ea typeface="Space Grotesk"/>
                    <a:cs typeface="Space Grotesk"/>
                  </a:rPr>
                  <a:t>Tiempo de cinco consultas (ms)</a:t>
                </a:r>
              </a:p>
            </c:rich>
          </c:tx>
          <c:overlay val="0"/>
          <c:txPr>
            <a:bodyPr xmlns:a="http://schemas.openxmlformats.org/drawingml/2006/main" anchorCtr="1"/>
            <a:lstStyle xmlns:a="http://schemas.openxmlformats.org/drawingml/2006/main"/>
            <a:p xmlns:a="http://schemas.openxmlformats.org/drawingml/2006/main">
              <a:pPr>
                <a:defRPr sz="1125">
                  <a:solidFill>
                    <a:srgbClr val="4E4B4C"/>
                  </a:solidFill>
                  <a:latin typeface="Space Grotesk"/>
                  <a:ea typeface="Space Grotesk"/>
                  <a:cs typeface="Space Grotesk"/>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4E4B4C"/>
                </a:solidFill>
                <a:latin typeface="Space Grotesk"/>
                <a:ea typeface="Space Grotesk"/>
                <a:cs typeface="Space Grotesk"/>
              </a:defRPr>
            </a:pPr>
          </a:p>
        </c:txPr>
        <c:crossAx val="48650112"/>
        <c:crossBetween val="between"/>
      </c:valAx>
      <c:spPr>
        <a:solidFill xmlns:a="http://schemas.openxmlformats.org/drawingml/2006/main">
          <a:srgbClr val="EEEEEE"/>
        </a:solidFill>
      </c:spPr>
    </c:plotArea>
    <c:plotVisOnly val="1"/>
  </c:chart>
  <c:spPr>
    <a:solidFill xmlns:a="http://schemas.openxmlformats.org/drawingml/2006/main">
      <a:srgbClr val="EEEEEE"/>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Número de diapositiva">
            <a:extLst xmlns:a="http://schemas.openxmlformats.org/drawingml/2006/main">
              <a:ext uri="{FF2B5EF4-FFF2-40B4-BE49-F238E27FC236}">
                <a16:creationId xmlns:a16="http://schemas.microsoft.com/office/drawing/2014/main" id="{F3E72F3F-DBA4-4FC4-AF1B-08169C48B699}"/>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01</a:t>
            </a:r>
          </a:p>
        </p:txBody>
      </p:sp>
      <p:sp>
        <p:nvSpPr>
          <p:cNvPr id="2" name="Texto">
            <a:extLst xmlns:a="http://schemas.openxmlformats.org/drawingml/2006/main">
              <a:ext uri="{FF2B5EF4-FFF2-40B4-BE49-F238E27FC236}">
                <a16:creationId xmlns:a16="http://schemas.microsoft.com/office/drawing/2014/main" id="{FBF52D2C-03C5-409B-BD6F-74099B4D260F}"/>
              </a:ext>
            </a:extLst>
          </p:cNvPr>
          <p:cNvSpPr>
            <a:spLocks xmlns:a="http://schemas.openxmlformats.org/drawingml/2006/main" noGrp="1"/>
          </p:cNvSpPr>
          <p:nvPr/>
        </p:nvSpPr>
        <p:spPr>
          <a:xfrm xmlns:a="http://schemas.openxmlformats.org/drawingml/2006/main">
            <a:off x="638175" y="1323975"/>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1">
                <a:solidFill>
                  <a:srgbClr val="00D2E9"/>
                </a:solidFill>
                <a:latin typeface="Space Grotesk"/>
                <a:ea typeface="Space Grotesk"/>
                <a:cs typeface="Space Grotesk"/>
              </a:defRPr>
            </a:defPPr>
            <a:lvl1pPr algn="l">
              <a:defRPr sz="1425" b="1">
                <a:solidFill>
                  <a:srgbClr val="00D2E9"/>
                </a:solidFill>
                <a:latin typeface="Space Grotesk"/>
                <a:ea typeface="Space Grotesk"/>
                <a:cs typeface="Space Grotesk"/>
              </a:defRPr>
            </a:lvl1pPr>
            <a:lvl2pPr algn="l">
              <a:defRPr sz="1425" b="1">
                <a:solidFill>
                  <a:srgbClr val="00D2E9"/>
                </a:solidFill>
                <a:latin typeface="Space Grotesk"/>
                <a:ea typeface="Space Grotesk"/>
                <a:cs typeface="Space Grotesk"/>
              </a:defRPr>
            </a:lvl2pPr>
            <a:lvl3pPr algn="l">
              <a:defRPr sz="1425" b="1">
                <a:solidFill>
                  <a:srgbClr val="00D2E9"/>
                </a:solidFill>
                <a:latin typeface="Space Grotesk"/>
                <a:ea typeface="Space Grotesk"/>
                <a:cs typeface="Space Grotesk"/>
              </a:defRPr>
            </a:lvl3pPr>
            <a:lvl4pPr algn="l">
              <a:defRPr sz="1425" b="1">
                <a:solidFill>
                  <a:srgbClr val="00D2E9"/>
                </a:solidFill>
                <a:latin typeface="Space Grotesk"/>
                <a:ea typeface="Space Grotesk"/>
                <a:cs typeface="Space Grotesk"/>
              </a:defRPr>
            </a:lvl4pPr>
            <a:lvl5pPr algn="l">
              <a:defRPr sz="1425" b="1">
                <a:solidFill>
                  <a:srgbClr val="00D2E9"/>
                </a:solidFill>
                <a:latin typeface="Space Grotesk"/>
                <a:ea typeface="Space Grotesk"/>
                <a:cs typeface="Space Grotesk"/>
              </a:defRPr>
            </a:lvl5pPr>
            <a:lvl6pPr algn="l">
              <a:defRPr sz="1425" b="1">
                <a:solidFill>
                  <a:srgbClr val="00D2E9"/>
                </a:solidFill>
                <a:latin typeface="Space Grotesk"/>
                <a:ea typeface="Space Grotesk"/>
                <a:cs typeface="Space Grotesk"/>
              </a:defRPr>
            </a:lvl6pPr>
            <a:lvl7pPr algn="l">
              <a:defRPr sz="1425" b="1">
                <a:solidFill>
                  <a:srgbClr val="00D2E9"/>
                </a:solidFill>
                <a:latin typeface="Space Grotesk"/>
                <a:ea typeface="Space Grotesk"/>
                <a:cs typeface="Space Grotesk"/>
              </a:defRPr>
            </a:lvl7pPr>
            <a:lvl8pPr algn="l">
              <a:defRPr sz="1425" b="1">
                <a:solidFill>
                  <a:srgbClr val="00D2E9"/>
                </a:solidFill>
                <a:latin typeface="Space Grotesk"/>
                <a:ea typeface="Space Grotesk"/>
                <a:cs typeface="Space Grotesk"/>
              </a:defRPr>
            </a:lvl8pPr>
            <a:lvl9pPr algn="l">
              <a:defRPr sz="1425" b="1">
                <a:solidFill>
                  <a:srgbClr val="00D2E9"/>
                </a:solidFill>
                <a:latin typeface="Space Grotesk"/>
                <a:ea typeface="Space Grotesk"/>
                <a:cs typeface="Space Grotesk"/>
              </a:defRPr>
            </a:lvl9pPr>
          </a:lstStyle>
          <a:p xmlns:a="http://schemas.openxmlformats.org/drawingml/2006/main">
            <a:pPr algn="l">
              <a:defRPr sz="1425" b="1">
                <a:solidFill>
                  <a:srgbClr val="00D2E9"/>
                </a:solidFill>
                <a:latin typeface="Space Grotesk"/>
                <a:ea typeface="Space Grotesk"/>
                <a:cs typeface="Space Grotesk"/>
              </a:defRPr>
            </a:pPr>
            <a:r>
              <a:rPr sz="1425" b="1">
                <a:solidFill>
                  <a:srgbClr val="00D2E9"/>
                </a:solidFill>
                <a:latin typeface="Space Grotesk"/>
                <a:ea typeface="Space Grotesk"/>
                <a:cs typeface="Space Grotesk"/>
              </a:rPr>
              <a:t>ESTRUCTURA DE DATOS Y ALGORITMOS</a:t>
            </a:r>
          </a:p>
        </p:txBody>
      </p:sp>
      <p:sp>
        <p:nvSpPr>
          <p:cNvPr id="3" name="Título del proyecto">
            <a:extLst xmlns:a="http://schemas.openxmlformats.org/drawingml/2006/main">
              <a:ext uri="{FF2B5EF4-FFF2-40B4-BE49-F238E27FC236}">
                <a16:creationId xmlns:a16="http://schemas.microsoft.com/office/drawing/2014/main" id="{91B33F4B-A968-4C94-9C17-BEE95B56B974}"/>
              </a:ext>
            </a:extLst>
          </p:cNvPr>
          <p:cNvSpPr>
            <a:spLocks xmlns:a="http://schemas.openxmlformats.org/drawingml/2006/main" noGrp="1"/>
          </p:cNvSpPr>
          <p:nvPr/>
        </p:nvSpPr>
        <p:spPr>
          <a:xfrm xmlns:a="http://schemas.openxmlformats.org/drawingml/2006/main">
            <a:off x="628650" y="1819275"/>
            <a:ext cx="77914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675" b="1">
                <a:solidFill>
                  <a:srgbClr val="EEEEEE"/>
                </a:solidFill>
                <a:latin typeface="Space Grotesk"/>
                <a:ea typeface="Space Grotesk"/>
                <a:cs typeface="Space Grotesk"/>
              </a:defRPr>
            </a:defPPr>
            <a:lvl1pPr algn="l">
              <a:defRPr sz="3675" b="1">
                <a:solidFill>
                  <a:srgbClr val="EEEEEE"/>
                </a:solidFill>
                <a:latin typeface="Space Grotesk"/>
                <a:ea typeface="Space Grotesk"/>
                <a:cs typeface="Space Grotesk"/>
              </a:defRPr>
            </a:lvl1pPr>
            <a:lvl2pPr algn="l">
              <a:defRPr sz="3675" b="1">
                <a:solidFill>
                  <a:srgbClr val="EEEEEE"/>
                </a:solidFill>
                <a:latin typeface="Space Grotesk"/>
                <a:ea typeface="Space Grotesk"/>
                <a:cs typeface="Space Grotesk"/>
              </a:defRPr>
            </a:lvl2pPr>
            <a:lvl3pPr algn="l">
              <a:defRPr sz="3675" b="1">
                <a:solidFill>
                  <a:srgbClr val="EEEEEE"/>
                </a:solidFill>
                <a:latin typeface="Space Grotesk"/>
                <a:ea typeface="Space Grotesk"/>
                <a:cs typeface="Space Grotesk"/>
              </a:defRPr>
            </a:lvl3pPr>
            <a:lvl4pPr algn="l">
              <a:defRPr sz="3675" b="1">
                <a:solidFill>
                  <a:srgbClr val="EEEEEE"/>
                </a:solidFill>
                <a:latin typeface="Space Grotesk"/>
                <a:ea typeface="Space Grotesk"/>
                <a:cs typeface="Space Grotesk"/>
              </a:defRPr>
            </a:lvl4pPr>
            <a:lvl5pPr algn="l">
              <a:defRPr sz="3675" b="1">
                <a:solidFill>
                  <a:srgbClr val="EEEEEE"/>
                </a:solidFill>
                <a:latin typeface="Space Grotesk"/>
                <a:ea typeface="Space Grotesk"/>
                <a:cs typeface="Space Grotesk"/>
              </a:defRPr>
            </a:lvl5pPr>
            <a:lvl6pPr algn="l">
              <a:defRPr sz="3675" b="1">
                <a:solidFill>
                  <a:srgbClr val="EEEEEE"/>
                </a:solidFill>
                <a:latin typeface="Space Grotesk"/>
                <a:ea typeface="Space Grotesk"/>
                <a:cs typeface="Space Grotesk"/>
              </a:defRPr>
            </a:lvl6pPr>
            <a:lvl7pPr algn="l">
              <a:defRPr sz="3675" b="1">
                <a:solidFill>
                  <a:srgbClr val="EEEEEE"/>
                </a:solidFill>
                <a:latin typeface="Space Grotesk"/>
                <a:ea typeface="Space Grotesk"/>
                <a:cs typeface="Space Grotesk"/>
              </a:defRPr>
            </a:lvl7pPr>
            <a:lvl8pPr algn="l">
              <a:defRPr sz="3675" b="1">
                <a:solidFill>
                  <a:srgbClr val="EEEEEE"/>
                </a:solidFill>
                <a:latin typeface="Space Grotesk"/>
                <a:ea typeface="Space Grotesk"/>
                <a:cs typeface="Space Grotesk"/>
              </a:defRPr>
            </a:lvl8pPr>
            <a:lvl9pPr algn="l">
              <a:defRPr sz="3675" b="1">
                <a:solidFill>
                  <a:srgbClr val="EEEEEE"/>
                </a:solidFill>
                <a:latin typeface="Space Grotesk"/>
                <a:ea typeface="Space Grotesk"/>
                <a:cs typeface="Space Grotesk"/>
              </a:defRPr>
            </a:lvl9pPr>
          </a:lstStyle>
          <a:p xmlns:a="http://schemas.openxmlformats.org/drawingml/2006/main">
            <a:pPr algn="l">
              <a:defRPr sz="3675" b="1">
                <a:solidFill>
                  <a:srgbClr val="EEEEEE"/>
                </a:solidFill>
                <a:latin typeface="Space Grotesk"/>
                <a:ea typeface="Space Grotesk"/>
                <a:cs typeface="Space Grotesk"/>
              </a:defRPr>
            </a:pPr>
            <a:r>
              <a:rPr sz="3675" b="1">
                <a:solidFill>
                  <a:srgbClr val="EEEEEE"/>
                </a:solidFill>
                <a:latin typeface="Space Grotesk"/>
                <a:ea typeface="Space Grotesk"/>
                <a:cs typeface="Space Grotesk"/>
              </a:rPr>
              <a:t>Pipeline de datos para</a:t>
            </a:r>
          </a:p>
          <a:p xmlns:a="http://schemas.openxmlformats.org/drawingml/2006/main">
            <a:pPr algn="l">
              <a:defRPr sz="3675" b="1">
                <a:solidFill>
                  <a:srgbClr val="EEEEEE"/>
                </a:solidFill>
                <a:latin typeface="Space Grotesk"/>
                <a:ea typeface="Space Grotesk"/>
                <a:cs typeface="Space Grotesk"/>
              </a:defRPr>
            </a:pPr>
            <a:r>
              <a:rPr sz="3675" b="1">
                <a:solidFill>
                  <a:srgbClr val="EEEEEE"/>
                </a:solidFill>
                <a:latin typeface="Space Grotesk"/>
                <a:ea typeface="Space Grotesk"/>
                <a:cs typeface="Space Grotesk"/>
              </a:rPr>
              <a:t>comercio electrónico</a:t>
            </a:r>
          </a:p>
        </p:txBody>
      </p:sp>
      <p:sp>
        <p:nvSpPr>
          <p:cNvPr id="4" name="Texto">
            <a:extLst xmlns:a="http://schemas.openxmlformats.org/drawingml/2006/main">
              <a:ext uri="{FF2B5EF4-FFF2-40B4-BE49-F238E27FC236}">
                <a16:creationId xmlns:a16="http://schemas.microsoft.com/office/drawing/2014/main" id="{F2BC67A0-92BC-44F1-A3B0-B933F78167A9}"/>
              </a:ext>
            </a:extLst>
          </p:cNvPr>
          <p:cNvSpPr>
            <a:spLocks xmlns:a="http://schemas.openxmlformats.org/drawingml/2006/main" noGrp="1"/>
          </p:cNvSpPr>
          <p:nvPr/>
        </p:nvSpPr>
        <p:spPr>
          <a:xfrm xmlns:a="http://schemas.openxmlformats.org/drawingml/2006/main">
            <a:off x="657225" y="31146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00D2E9"/>
                </a:solidFill>
                <a:latin typeface="Space Grotesk"/>
                <a:ea typeface="Space Grotesk"/>
                <a:cs typeface="Space Grotesk"/>
              </a:defRPr>
            </a:defPPr>
            <a:lvl1pPr algn="l">
              <a:defRPr sz="1875" b="0">
                <a:solidFill>
                  <a:srgbClr val="00D2E9"/>
                </a:solidFill>
                <a:latin typeface="Space Grotesk"/>
                <a:ea typeface="Space Grotesk"/>
                <a:cs typeface="Space Grotesk"/>
              </a:defRPr>
            </a:lvl1pPr>
            <a:lvl2pPr algn="l">
              <a:defRPr sz="1875" b="0">
                <a:solidFill>
                  <a:srgbClr val="00D2E9"/>
                </a:solidFill>
                <a:latin typeface="Space Grotesk"/>
                <a:ea typeface="Space Grotesk"/>
                <a:cs typeface="Space Grotesk"/>
              </a:defRPr>
            </a:lvl2pPr>
            <a:lvl3pPr algn="l">
              <a:defRPr sz="1875" b="0">
                <a:solidFill>
                  <a:srgbClr val="00D2E9"/>
                </a:solidFill>
                <a:latin typeface="Space Grotesk"/>
                <a:ea typeface="Space Grotesk"/>
                <a:cs typeface="Space Grotesk"/>
              </a:defRPr>
            </a:lvl3pPr>
            <a:lvl4pPr algn="l">
              <a:defRPr sz="1875" b="0">
                <a:solidFill>
                  <a:srgbClr val="00D2E9"/>
                </a:solidFill>
                <a:latin typeface="Space Grotesk"/>
                <a:ea typeface="Space Grotesk"/>
                <a:cs typeface="Space Grotesk"/>
              </a:defRPr>
            </a:lvl4pPr>
            <a:lvl5pPr algn="l">
              <a:defRPr sz="1875" b="0">
                <a:solidFill>
                  <a:srgbClr val="00D2E9"/>
                </a:solidFill>
                <a:latin typeface="Space Grotesk"/>
                <a:ea typeface="Space Grotesk"/>
                <a:cs typeface="Space Grotesk"/>
              </a:defRPr>
            </a:lvl5pPr>
            <a:lvl6pPr algn="l">
              <a:defRPr sz="1875" b="0">
                <a:solidFill>
                  <a:srgbClr val="00D2E9"/>
                </a:solidFill>
                <a:latin typeface="Space Grotesk"/>
                <a:ea typeface="Space Grotesk"/>
                <a:cs typeface="Space Grotesk"/>
              </a:defRPr>
            </a:lvl6pPr>
            <a:lvl7pPr algn="l">
              <a:defRPr sz="1875" b="0">
                <a:solidFill>
                  <a:srgbClr val="00D2E9"/>
                </a:solidFill>
                <a:latin typeface="Space Grotesk"/>
                <a:ea typeface="Space Grotesk"/>
                <a:cs typeface="Space Grotesk"/>
              </a:defRPr>
            </a:lvl7pPr>
            <a:lvl8pPr algn="l">
              <a:defRPr sz="1875" b="0">
                <a:solidFill>
                  <a:srgbClr val="00D2E9"/>
                </a:solidFill>
                <a:latin typeface="Space Grotesk"/>
                <a:ea typeface="Space Grotesk"/>
                <a:cs typeface="Space Grotesk"/>
              </a:defRPr>
            </a:lvl8pPr>
            <a:lvl9pPr algn="l">
              <a:defRPr sz="1875" b="0">
                <a:solidFill>
                  <a:srgbClr val="00D2E9"/>
                </a:solidFill>
                <a:latin typeface="Space Grotesk"/>
                <a:ea typeface="Space Grotesk"/>
                <a:cs typeface="Space Grotesk"/>
              </a:defRPr>
            </a:lvl9pPr>
          </a:lstStyle>
          <a:p xmlns:a="http://schemas.openxmlformats.org/drawingml/2006/main">
            <a:pPr algn="l">
              <a:defRPr sz="1875" b="0">
                <a:solidFill>
                  <a:srgbClr val="00D2E9"/>
                </a:solidFill>
                <a:latin typeface="Space Grotesk"/>
                <a:ea typeface="Space Grotesk"/>
                <a:cs typeface="Space Grotesk"/>
              </a:defRPr>
            </a:pPr>
            <a:r>
              <a:rPr sz="1875" b="0">
                <a:solidFill>
                  <a:srgbClr val="00D2E9"/>
                </a:solidFill>
                <a:latin typeface="Space Grotesk"/>
                <a:ea typeface="Space Grotesk"/>
                <a:cs typeface="Space Grotesk"/>
              </a:rPr>
              <a:t>Procesamiento por microlotes y análisis integrado</a:t>
            </a:r>
          </a:p>
        </p:txBody>
      </p:sp>
      <p:sp>
        <p:nvSpPr>
          <p:cNvPr id="5" name="Texto">
            <a:extLst xmlns:a="http://schemas.openxmlformats.org/drawingml/2006/main">
              <a:ext uri="{FF2B5EF4-FFF2-40B4-BE49-F238E27FC236}">
                <a16:creationId xmlns:a16="http://schemas.microsoft.com/office/drawing/2014/main" id="{145F82C4-6312-44D1-8A0C-44E88C584ADE}"/>
              </a:ext>
            </a:extLst>
          </p:cNvPr>
          <p:cNvSpPr>
            <a:spLocks xmlns:a="http://schemas.openxmlformats.org/drawingml/2006/main" noGrp="1"/>
          </p:cNvSpPr>
          <p:nvPr/>
        </p:nvSpPr>
        <p:spPr>
          <a:xfrm xmlns:a="http://schemas.openxmlformats.org/drawingml/2006/main">
            <a:off x="657225" y="364807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EEEEEE"/>
                </a:solidFill>
                <a:latin typeface="Space Grotesk"/>
                <a:ea typeface="Space Grotesk"/>
                <a:cs typeface="Space Grotesk"/>
              </a:defRPr>
            </a:defPPr>
            <a:lvl1pPr algn="l">
              <a:defRPr sz="1275" b="0">
                <a:solidFill>
                  <a:srgbClr val="EEEEEE"/>
                </a:solidFill>
                <a:latin typeface="Space Grotesk"/>
                <a:ea typeface="Space Grotesk"/>
                <a:cs typeface="Space Grotesk"/>
              </a:defRPr>
            </a:lvl1pPr>
            <a:lvl2pPr algn="l">
              <a:defRPr sz="1275" b="0">
                <a:solidFill>
                  <a:srgbClr val="EEEEEE"/>
                </a:solidFill>
                <a:latin typeface="Space Grotesk"/>
                <a:ea typeface="Space Grotesk"/>
                <a:cs typeface="Space Grotesk"/>
              </a:defRPr>
            </a:lvl2pPr>
            <a:lvl3pPr algn="l">
              <a:defRPr sz="1275" b="0">
                <a:solidFill>
                  <a:srgbClr val="EEEEEE"/>
                </a:solidFill>
                <a:latin typeface="Space Grotesk"/>
                <a:ea typeface="Space Grotesk"/>
                <a:cs typeface="Space Grotesk"/>
              </a:defRPr>
            </a:lvl3pPr>
            <a:lvl4pPr algn="l">
              <a:defRPr sz="1275" b="0">
                <a:solidFill>
                  <a:srgbClr val="EEEEEE"/>
                </a:solidFill>
                <a:latin typeface="Space Grotesk"/>
                <a:ea typeface="Space Grotesk"/>
                <a:cs typeface="Space Grotesk"/>
              </a:defRPr>
            </a:lvl4pPr>
            <a:lvl5pPr algn="l">
              <a:defRPr sz="1275" b="0">
                <a:solidFill>
                  <a:srgbClr val="EEEEEE"/>
                </a:solidFill>
                <a:latin typeface="Space Grotesk"/>
                <a:ea typeface="Space Grotesk"/>
                <a:cs typeface="Space Grotesk"/>
              </a:defRPr>
            </a:lvl5pPr>
            <a:lvl6pPr algn="l">
              <a:defRPr sz="1275" b="0">
                <a:solidFill>
                  <a:srgbClr val="EEEEEE"/>
                </a:solidFill>
                <a:latin typeface="Space Grotesk"/>
                <a:ea typeface="Space Grotesk"/>
                <a:cs typeface="Space Grotesk"/>
              </a:defRPr>
            </a:lvl6pPr>
            <a:lvl7pPr algn="l">
              <a:defRPr sz="1275" b="0">
                <a:solidFill>
                  <a:srgbClr val="EEEEEE"/>
                </a:solidFill>
                <a:latin typeface="Space Grotesk"/>
                <a:ea typeface="Space Grotesk"/>
                <a:cs typeface="Space Grotesk"/>
              </a:defRPr>
            </a:lvl7pPr>
            <a:lvl8pPr algn="l">
              <a:defRPr sz="1275" b="0">
                <a:solidFill>
                  <a:srgbClr val="EEEEEE"/>
                </a:solidFill>
                <a:latin typeface="Space Grotesk"/>
                <a:ea typeface="Space Grotesk"/>
                <a:cs typeface="Space Grotesk"/>
              </a:defRPr>
            </a:lvl8pPr>
            <a:lvl9pPr algn="l">
              <a:defRPr sz="1275" b="0">
                <a:solidFill>
                  <a:srgbClr val="EEEEEE"/>
                </a:solidFill>
                <a:latin typeface="Space Grotesk"/>
                <a:ea typeface="Space Grotesk"/>
                <a:cs typeface="Space Grotesk"/>
              </a:defRPr>
            </a:lvl9pPr>
          </a:lstStyle>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Jesús Ricardo Delgado Alvarado</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Guillermo Diego Calderón Canchanya</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Mentor Alexis Naquiche Ventura</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Erik Rogers Poma García</a:t>
            </a:r>
          </a:p>
        </p:txBody>
      </p:sp>
      <p:sp>
        <p:nvSpPr>
          <p:cNvPr id="6" name="Texto">
            <a:extLst xmlns:a="http://schemas.openxmlformats.org/drawingml/2006/main">
              <a:ext uri="{FF2B5EF4-FFF2-40B4-BE49-F238E27FC236}">
                <a16:creationId xmlns:a16="http://schemas.microsoft.com/office/drawing/2014/main" id="{C8B53938-865F-4890-A886-58BD548E4967}"/>
              </a:ext>
            </a:extLst>
          </p:cNvPr>
          <p:cNvSpPr>
            <a:spLocks xmlns:a="http://schemas.openxmlformats.org/drawingml/2006/main" noGrp="1"/>
          </p:cNvSpPr>
          <p:nvPr/>
        </p:nvSpPr>
        <p:spPr>
          <a:xfrm xmlns:a="http://schemas.openxmlformats.org/drawingml/2006/main">
            <a:off x="6248400" y="3724275"/>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EEEEEE"/>
                </a:solidFill>
                <a:latin typeface="Space Grotesk"/>
                <a:ea typeface="Space Grotesk"/>
                <a:cs typeface="Space Grotesk"/>
              </a:defRPr>
            </a:defPPr>
            <a:lvl1pPr algn="l">
              <a:defRPr sz="1275" b="0">
                <a:solidFill>
                  <a:srgbClr val="EEEEEE"/>
                </a:solidFill>
                <a:latin typeface="Space Grotesk"/>
                <a:ea typeface="Space Grotesk"/>
                <a:cs typeface="Space Grotesk"/>
              </a:defRPr>
            </a:lvl1pPr>
            <a:lvl2pPr algn="l">
              <a:defRPr sz="1275" b="0">
                <a:solidFill>
                  <a:srgbClr val="EEEEEE"/>
                </a:solidFill>
                <a:latin typeface="Space Grotesk"/>
                <a:ea typeface="Space Grotesk"/>
                <a:cs typeface="Space Grotesk"/>
              </a:defRPr>
            </a:lvl2pPr>
            <a:lvl3pPr algn="l">
              <a:defRPr sz="1275" b="0">
                <a:solidFill>
                  <a:srgbClr val="EEEEEE"/>
                </a:solidFill>
                <a:latin typeface="Space Grotesk"/>
                <a:ea typeface="Space Grotesk"/>
                <a:cs typeface="Space Grotesk"/>
              </a:defRPr>
            </a:lvl3pPr>
            <a:lvl4pPr algn="l">
              <a:defRPr sz="1275" b="0">
                <a:solidFill>
                  <a:srgbClr val="EEEEEE"/>
                </a:solidFill>
                <a:latin typeface="Space Grotesk"/>
                <a:ea typeface="Space Grotesk"/>
                <a:cs typeface="Space Grotesk"/>
              </a:defRPr>
            </a:lvl4pPr>
            <a:lvl5pPr algn="l">
              <a:defRPr sz="1275" b="0">
                <a:solidFill>
                  <a:srgbClr val="EEEEEE"/>
                </a:solidFill>
                <a:latin typeface="Space Grotesk"/>
                <a:ea typeface="Space Grotesk"/>
                <a:cs typeface="Space Grotesk"/>
              </a:defRPr>
            </a:lvl5pPr>
            <a:lvl6pPr algn="l">
              <a:defRPr sz="1275" b="0">
                <a:solidFill>
                  <a:srgbClr val="EEEEEE"/>
                </a:solidFill>
                <a:latin typeface="Space Grotesk"/>
                <a:ea typeface="Space Grotesk"/>
                <a:cs typeface="Space Grotesk"/>
              </a:defRPr>
            </a:lvl6pPr>
            <a:lvl7pPr algn="l">
              <a:defRPr sz="1275" b="0">
                <a:solidFill>
                  <a:srgbClr val="EEEEEE"/>
                </a:solidFill>
                <a:latin typeface="Space Grotesk"/>
                <a:ea typeface="Space Grotesk"/>
                <a:cs typeface="Space Grotesk"/>
              </a:defRPr>
            </a:lvl7pPr>
            <a:lvl8pPr algn="l">
              <a:defRPr sz="1275" b="0">
                <a:solidFill>
                  <a:srgbClr val="EEEEEE"/>
                </a:solidFill>
                <a:latin typeface="Space Grotesk"/>
                <a:ea typeface="Space Grotesk"/>
                <a:cs typeface="Space Grotesk"/>
              </a:defRPr>
            </a:lvl8pPr>
            <a:lvl9pPr algn="l">
              <a:defRPr sz="1275" b="0">
                <a:solidFill>
                  <a:srgbClr val="EEEEEE"/>
                </a:solidFill>
                <a:latin typeface="Space Grotesk"/>
                <a:ea typeface="Space Grotesk"/>
                <a:cs typeface="Space Grotesk"/>
              </a:defRPr>
            </a:lvl9pPr>
          </a:lstStyle>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Docente</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Heider Sánchez Enríquez</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Lima, Perú · 2026</a:t>
            </a:r>
          </a:p>
        </p:txBody>
      </p:sp>
    </p:spTree>
    <p:extLst>
      <p:ext uri="{BB962C8B-B14F-4D97-AF65-F5344CB8AC3E}">
        <p14:creationId xmlns:p14="http://schemas.microsoft.com/office/powerpoint/2010/main" val="11535180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Título">
            <a:extLst xmlns:a="http://schemas.openxmlformats.org/drawingml/2006/main">
              <a:ext uri="{FF2B5EF4-FFF2-40B4-BE49-F238E27FC236}">
                <a16:creationId xmlns:a16="http://schemas.microsoft.com/office/drawing/2014/main" id="{03D6AF90-2118-4B89-BF89-36BABD0F6A3F}"/>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Datos y propósito del sistema</a:t>
            </a:r>
          </a:p>
        </p:txBody>
      </p:sp>
      <p:sp>
        <p:nvSpPr>
          <p:cNvPr id="2" name="Número de diapositiva">
            <a:extLst xmlns:a="http://schemas.openxmlformats.org/drawingml/2006/main">
              <a:ext uri="{FF2B5EF4-FFF2-40B4-BE49-F238E27FC236}">
                <a16:creationId xmlns:a16="http://schemas.microsoft.com/office/drawing/2014/main" id="{33771D41-4EE7-4533-B676-1C6835426A9F}"/>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02</a:t>
            </a:r>
          </a:p>
        </p:txBody>
      </p:sp>
      <p:sp>
        <p:nvSpPr>
          <p:cNvPr id="3" name="Texto">
            <a:extLst xmlns:a="http://schemas.openxmlformats.org/drawingml/2006/main">
              <a:ext uri="{FF2B5EF4-FFF2-40B4-BE49-F238E27FC236}">
                <a16:creationId xmlns:a16="http://schemas.microsoft.com/office/drawing/2014/main" id="{7A36C514-56FF-4BB1-AFCD-FB9907AFFEC5}"/>
              </a:ext>
            </a:extLst>
          </p:cNvPr>
          <p:cNvSpPr>
            <a:spLocks xmlns:a="http://schemas.openxmlformats.org/drawingml/2006/main" noGrp="1"/>
          </p:cNvSpPr>
          <p:nvPr/>
        </p:nvSpPr>
        <p:spPr>
          <a:xfrm xmlns:a="http://schemas.openxmlformats.org/drawingml/2006/main">
            <a:off x="628650" y="18573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Actividad comercial</a:t>
            </a:r>
          </a:p>
        </p:txBody>
      </p:sp>
      <p:sp>
        <p:nvSpPr>
          <p:cNvPr id="4" name="Texto">
            <a:extLst xmlns:a="http://schemas.openxmlformats.org/drawingml/2006/main">
              <a:ext uri="{FF2B5EF4-FFF2-40B4-BE49-F238E27FC236}">
                <a16:creationId xmlns:a16="http://schemas.microsoft.com/office/drawing/2014/main" id="{A6ED3CB9-FBF0-483B-A5CE-95BCA6542432}"/>
              </a:ext>
            </a:extLst>
          </p:cNvPr>
          <p:cNvSpPr>
            <a:spLocks xmlns:a="http://schemas.openxmlformats.org/drawingml/2006/main" noGrp="1"/>
          </p:cNvSpPr>
          <p:nvPr/>
        </p:nvSpPr>
        <p:spPr>
          <a:xfrm xmlns:a="http://schemas.openxmlformats.org/drawingml/2006/main">
            <a:off x="628650" y="2276475"/>
            <a:ext cx="3581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Vistas, carrito y compras de 2019.</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Cada evento incluye fecha, producto, usuario, precio y sesión.</a:t>
            </a:r>
          </a:p>
        </p:txBody>
      </p:sp>
      <p:sp>
        <p:nvSpPr>
          <p:cNvPr id="5" name="Texto">
            <a:extLst xmlns:a="http://schemas.openxmlformats.org/drawingml/2006/main">
              <a:ext uri="{FF2B5EF4-FFF2-40B4-BE49-F238E27FC236}">
                <a16:creationId xmlns:a16="http://schemas.microsoft.com/office/drawing/2014/main" id="{F0F84647-29B4-4746-AF49-C57484E91D7F}"/>
              </a:ext>
            </a:extLst>
          </p:cNvPr>
          <p:cNvSpPr>
            <a:spLocks xmlns:a="http://schemas.openxmlformats.org/drawingml/2006/main" noGrp="1"/>
          </p:cNvSpPr>
          <p:nvPr/>
        </p:nvSpPr>
        <p:spPr>
          <a:xfrm xmlns:a="http://schemas.openxmlformats.org/drawingml/2006/main">
            <a:off x="4810125" y="18573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Resultados del pipeline</a:t>
            </a:r>
          </a:p>
        </p:txBody>
      </p:sp>
      <p:sp>
        <p:nvSpPr>
          <p:cNvPr id="6" name="Texto">
            <a:extLst xmlns:a="http://schemas.openxmlformats.org/drawingml/2006/main">
              <a:ext uri="{FF2B5EF4-FFF2-40B4-BE49-F238E27FC236}">
                <a16:creationId xmlns:a16="http://schemas.microsoft.com/office/drawing/2014/main" id="{5AF11973-4F39-4743-9F63-B577DCFEE2E3}"/>
              </a:ext>
            </a:extLst>
          </p:cNvPr>
          <p:cNvSpPr>
            <a:spLocks xmlns:a="http://schemas.openxmlformats.org/drawingml/2006/main" noGrp="1"/>
          </p:cNvSpPr>
          <p:nvPr/>
        </p:nvSpPr>
        <p:spPr>
          <a:xfrm xmlns:a="http://schemas.openxmlformats.org/drawingml/2006/main">
            <a:off x="4810125" y="2276475"/>
            <a:ext cx="3581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Recomendaciones con señales explicadas, alertas de revisión, consultas por precio y ranking de compras.</a:t>
            </a:r>
          </a:p>
        </p:txBody>
      </p:sp>
      <p:sp>
        <p:nvSpPr>
          <p:cNvPr id="7" name="Alcance o fuente">
            <a:extLst xmlns:a="http://schemas.openxmlformats.org/drawingml/2006/main">
              <a:ext uri="{FF2B5EF4-FFF2-40B4-BE49-F238E27FC236}">
                <a16:creationId xmlns:a16="http://schemas.microsoft.com/office/drawing/2014/main" id="{70071BBC-DCD3-483D-A520-02ED7D443332}"/>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El histórico no incluye órdenes ni etiquetas de fraude verificadas. La demo declara ocho eventos simulados.</a:t>
            </a:r>
          </a:p>
        </p:txBody>
      </p:sp>
    </p:spTree>
    <p:extLst>
      <p:ext uri="{BB962C8B-B14F-4D97-AF65-F5344CB8AC3E}">
        <p14:creationId xmlns:p14="http://schemas.microsoft.com/office/powerpoint/2010/main" val="86455906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3" name="Título">
            <a:extLst xmlns:a="http://schemas.openxmlformats.org/drawingml/2006/main">
              <a:ext uri="{FF2B5EF4-FFF2-40B4-BE49-F238E27FC236}">
                <a16:creationId xmlns:a16="http://schemas.microsoft.com/office/drawing/2014/main" id="{3BC51E12-C372-4306-8A75-221548DAE028}"/>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00D2E9"/>
                </a:solidFill>
                <a:latin typeface="Space Grotesk"/>
                <a:ea typeface="Space Grotesk"/>
                <a:cs typeface="Space Grotesk"/>
              </a:defRPr>
            </a:defPPr>
            <a:lvl1pPr algn="l">
              <a:defRPr sz="2550" b="1">
                <a:solidFill>
                  <a:srgbClr val="00D2E9"/>
                </a:solidFill>
                <a:latin typeface="Space Grotesk"/>
                <a:ea typeface="Space Grotesk"/>
                <a:cs typeface="Space Grotesk"/>
              </a:defRPr>
            </a:lvl1pPr>
            <a:lvl2pPr algn="l">
              <a:defRPr sz="2550" b="1">
                <a:solidFill>
                  <a:srgbClr val="00D2E9"/>
                </a:solidFill>
                <a:latin typeface="Space Grotesk"/>
                <a:ea typeface="Space Grotesk"/>
                <a:cs typeface="Space Grotesk"/>
              </a:defRPr>
            </a:lvl2pPr>
            <a:lvl3pPr algn="l">
              <a:defRPr sz="2550" b="1">
                <a:solidFill>
                  <a:srgbClr val="00D2E9"/>
                </a:solidFill>
                <a:latin typeface="Space Grotesk"/>
                <a:ea typeface="Space Grotesk"/>
                <a:cs typeface="Space Grotesk"/>
              </a:defRPr>
            </a:lvl3pPr>
            <a:lvl4pPr algn="l">
              <a:defRPr sz="2550" b="1">
                <a:solidFill>
                  <a:srgbClr val="00D2E9"/>
                </a:solidFill>
                <a:latin typeface="Space Grotesk"/>
                <a:ea typeface="Space Grotesk"/>
                <a:cs typeface="Space Grotesk"/>
              </a:defRPr>
            </a:lvl4pPr>
            <a:lvl5pPr algn="l">
              <a:defRPr sz="2550" b="1">
                <a:solidFill>
                  <a:srgbClr val="00D2E9"/>
                </a:solidFill>
                <a:latin typeface="Space Grotesk"/>
                <a:ea typeface="Space Grotesk"/>
                <a:cs typeface="Space Grotesk"/>
              </a:defRPr>
            </a:lvl5pPr>
            <a:lvl6pPr algn="l">
              <a:defRPr sz="2550" b="1">
                <a:solidFill>
                  <a:srgbClr val="00D2E9"/>
                </a:solidFill>
                <a:latin typeface="Space Grotesk"/>
                <a:ea typeface="Space Grotesk"/>
                <a:cs typeface="Space Grotesk"/>
              </a:defRPr>
            </a:lvl6pPr>
            <a:lvl7pPr algn="l">
              <a:defRPr sz="2550" b="1">
                <a:solidFill>
                  <a:srgbClr val="00D2E9"/>
                </a:solidFill>
                <a:latin typeface="Space Grotesk"/>
                <a:ea typeface="Space Grotesk"/>
                <a:cs typeface="Space Grotesk"/>
              </a:defRPr>
            </a:lvl7pPr>
            <a:lvl8pPr algn="l">
              <a:defRPr sz="2550" b="1">
                <a:solidFill>
                  <a:srgbClr val="00D2E9"/>
                </a:solidFill>
                <a:latin typeface="Space Grotesk"/>
                <a:ea typeface="Space Grotesk"/>
                <a:cs typeface="Space Grotesk"/>
              </a:defRPr>
            </a:lvl8pPr>
            <a:lvl9pPr algn="l">
              <a:defRPr sz="2550" b="1">
                <a:solidFill>
                  <a:srgbClr val="00D2E9"/>
                </a:solidFill>
                <a:latin typeface="Space Grotesk"/>
                <a:ea typeface="Space Grotesk"/>
                <a:cs typeface="Space Grotesk"/>
              </a:defRPr>
            </a:lvl9pPr>
          </a:lstStyle>
          <a:p xmlns:a="http://schemas.openxmlformats.org/drawingml/2006/main">
            <a:pPr algn="l">
              <a:defRPr sz="2550" b="1">
                <a:solidFill>
                  <a:srgbClr val="00D2E9"/>
                </a:solidFill>
                <a:latin typeface="Space Grotesk"/>
                <a:ea typeface="Space Grotesk"/>
                <a:cs typeface="Space Grotesk"/>
              </a:defRPr>
            </a:pPr>
            <a:r>
              <a:rPr sz="2550" b="1">
                <a:solidFill>
                  <a:srgbClr val="00D2E9"/>
                </a:solidFill>
                <a:latin typeface="Space Grotesk"/>
                <a:ea typeface="Space Grotesk"/>
                <a:cs typeface="Space Grotesk"/>
              </a:rPr>
              <a:t>Las diez etapas del pipeline</a:t>
            </a:r>
          </a:p>
        </p:txBody>
      </p:sp>
      <p:sp>
        <p:nvSpPr>
          <p:cNvPr id="2" name="Número de diapositiva">
            <a:extLst xmlns:a="http://schemas.openxmlformats.org/drawingml/2006/main">
              <a:ext uri="{FF2B5EF4-FFF2-40B4-BE49-F238E27FC236}">
                <a16:creationId xmlns:a16="http://schemas.microsoft.com/office/drawing/2014/main" id="{A7ACFB42-A7CD-4FA6-91CC-B6EE500A2A17}"/>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03</a:t>
            </a:r>
          </a:p>
        </p:txBody>
      </p:sp>
      <p:sp>
        <p:nvSpPr>
          <p:cNvPr id="3" name="Nodo del diagrama">
            <a:extLst xmlns:a="http://schemas.openxmlformats.org/drawingml/2006/main">
              <a:ext uri="{FF2B5EF4-FFF2-40B4-BE49-F238E27FC236}">
                <a16:creationId xmlns:a16="http://schemas.microsoft.com/office/drawing/2014/main" id="{AD744EED-F6F7-4869-8868-E653AA2ED398}"/>
              </a:ext>
            </a:extLst>
          </p:cNvPr>
          <p:cNvSpPr>
            <a:spLocks xmlns:a="http://schemas.openxmlformats.org/drawingml/2006/main" noGrp="1"/>
          </p:cNvSpPr>
          <p:nvPr/>
        </p:nvSpPr>
        <p:spPr>
          <a:xfrm xmlns:a="http://schemas.openxmlformats.org/drawingml/2006/main">
            <a:off x="62865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0  Ingesta</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FIFO</a:t>
            </a:r>
          </a:p>
        </p:txBody>
      </p:sp>
      <p:sp>
        <p:nvSpPr>
          <p:cNvPr id="4" name="Conexión de datos">
            <a:extLst xmlns:a="http://schemas.openxmlformats.org/drawingml/2006/main">
              <a:ext uri="{FF2B5EF4-FFF2-40B4-BE49-F238E27FC236}">
                <a16:creationId xmlns:a16="http://schemas.microsoft.com/office/drawing/2014/main" id="{03B6800B-C0C8-49E4-8969-C38EBE990351}"/>
              </a:ext>
            </a:extLst>
          </p:cNvPr>
          <p:cNvSpPr>
            <a:spLocks xmlns:a="http://schemas.openxmlformats.org/drawingml/2006/main" noGrp="1"/>
          </p:cNvSpPr>
          <p:nvPr/>
        </p:nvSpPr>
        <p:spPr>
          <a:xfrm xmlns:a="http://schemas.openxmlformats.org/drawingml/2006/main">
            <a:off x="207645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5" name="Nodo del diagrama">
            <a:extLst xmlns:a="http://schemas.openxmlformats.org/drawingml/2006/main">
              <a:ext uri="{FF2B5EF4-FFF2-40B4-BE49-F238E27FC236}">
                <a16:creationId xmlns:a16="http://schemas.microsoft.com/office/drawing/2014/main" id="{429EDD66-AA3F-4529-B57A-35E840BA4FE0}"/>
              </a:ext>
            </a:extLst>
          </p:cNvPr>
          <p:cNvSpPr>
            <a:spLocks xmlns:a="http://schemas.openxmlformats.org/drawingml/2006/main" noGrp="1"/>
          </p:cNvSpPr>
          <p:nvPr/>
        </p:nvSpPr>
        <p:spPr>
          <a:xfrm xmlns:a="http://schemas.openxmlformats.org/drawingml/2006/main">
            <a:off x="220980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1  Validación</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Timsort e historial</a:t>
            </a:r>
          </a:p>
        </p:txBody>
      </p:sp>
      <p:sp>
        <p:nvSpPr>
          <p:cNvPr id="6" name="Conexión de datos">
            <a:extLst xmlns:a="http://schemas.openxmlformats.org/drawingml/2006/main">
              <a:ext uri="{FF2B5EF4-FFF2-40B4-BE49-F238E27FC236}">
                <a16:creationId xmlns:a16="http://schemas.microsoft.com/office/drawing/2014/main" id="{41B6A486-5F1E-4BFF-B2D0-154488CCD102}"/>
              </a:ext>
            </a:extLst>
          </p:cNvPr>
          <p:cNvSpPr>
            <a:spLocks xmlns:a="http://schemas.openxmlformats.org/drawingml/2006/main" noGrp="1"/>
          </p:cNvSpPr>
          <p:nvPr/>
        </p:nvSpPr>
        <p:spPr>
          <a:xfrm xmlns:a="http://schemas.openxmlformats.org/drawingml/2006/main">
            <a:off x="365760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7" name="Nodo del diagrama">
            <a:extLst xmlns:a="http://schemas.openxmlformats.org/drawingml/2006/main">
              <a:ext uri="{FF2B5EF4-FFF2-40B4-BE49-F238E27FC236}">
                <a16:creationId xmlns:a16="http://schemas.microsoft.com/office/drawing/2014/main" id="{7F096507-57E4-4274-BF42-0CC7B013E1DD}"/>
              </a:ext>
            </a:extLst>
          </p:cNvPr>
          <p:cNvSpPr>
            <a:spLocks xmlns:a="http://schemas.openxmlformats.org/drawingml/2006/main" noGrp="1"/>
          </p:cNvSpPr>
          <p:nvPr/>
        </p:nvSpPr>
        <p:spPr>
          <a:xfrm xmlns:a="http://schemas.openxmlformats.org/drawingml/2006/main">
            <a:off x="379095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2  Prioridad</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MinHeap</a:t>
            </a:r>
          </a:p>
        </p:txBody>
      </p:sp>
      <p:sp>
        <p:nvSpPr>
          <p:cNvPr id="8" name="Conexión de datos">
            <a:extLst xmlns:a="http://schemas.openxmlformats.org/drawingml/2006/main">
              <a:ext uri="{FF2B5EF4-FFF2-40B4-BE49-F238E27FC236}">
                <a16:creationId xmlns:a16="http://schemas.microsoft.com/office/drawing/2014/main" id="{DB14007D-9FB9-4A21-BE78-C2AAA2618A90}"/>
              </a:ext>
            </a:extLst>
          </p:cNvPr>
          <p:cNvSpPr>
            <a:spLocks xmlns:a="http://schemas.openxmlformats.org/drawingml/2006/main" noGrp="1"/>
          </p:cNvSpPr>
          <p:nvPr/>
        </p:nvSpPr>
        <p:spPr>
          <a:xfrm xmlns:a="http://schemas.openxmlformats.org/drawingml/2006/main">
            <a:off x="523875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9" name="Nodo del diagrama">
            <a:extLst xmlns:a="http://schemas.openxmlformats.org/drawingml/2006/main">
              <a:ext uri="{FF2B5EF4-FFF2-40B4-BE49-F238E27FC236}">
                <a16:creationId xmlns:a16="http://schemas.microsoft.com/office/drawing/2014/main" id="{F36276A1-5D97-46C8-AAF6-E25EDE4A5590}"/>
              </a:ext>
            </a:extLst>
          </p:cNvPr>
          <p:cNvSpPr>
            <a:spLocks xmlns:a="http://schemas.openxmlformats.org/drawingml/2006/main" noGrp="1"/>
          </p:cNvSpPr>
          <p:nvPr/>
        </p:nvSpPr>
        <p:spPr>
          <a:xfrm xmlns:a="http://schemas.openxmlformats.org/drawingml/2006/main">
            <a:off x="537210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3  Almacenamiento</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Hash y LRU</a:t>
            </a:r>
          </a:p>
        </p:txBody>
      </p:sp>
      <p:sp>
        <p:nvSpPr>
          <p:cNvPr id="10" name="Conexión de datos">
            <a:extLst xmlns:a="http://schemas.openxmlformats.org/drawingml/2006/main">
              <a:ext uri="{FF2B5EF4-FFF2-40B4-BE49-F238E27FC236}">
                <a16:creationId xmlns:a16="http://schemas.microsoft.com/office/drawing/2014/main" id="{D68AD141-C1E2-4CC3-B743-A2F10DC808FA}"/>
              </a:ext>
            </a:extLst>
          </p:cNvPr>
          <p:cNvSpPr>
            <a:spLocks xmlns:a="http://schemas.openxmlformats.org/drawingml/2006/main" noGrp="1"/>
          </p:cNvSpPr>
          <p:nvPr/>
        </p:nvSpPr>
        <p:spPr>
          <a:xfrm xmlns:a="http://schemas.openxmlformats.org/drawingml/2006/main">
            <a:off x="681990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11" name="Nodo del diagrama">
            <a:extLst xmlns:a="http://schemas.openxmlformats.org/drawingml/2006/main">
              <a:ext uri="{FF2B5EF4-FFF2-40B4-BE49-F238E27FC236}">
                <a16:creationId xmlns:a16="http://schemas.microsoft.com/office/drawing/2014/main" id="{EE315A80-6AB8-46A8-A524-BEED98099AB3}"/>
              </a:ext>
            </a:extLst>
          </p:cNvPr>
          <p:cNvSpPr>
            <a:spLocks xmlns:a="http://schemas.openxmlformats.org/drawingml/2006/main" noGrp="1"/>
          </p:cNvSpPr>
          <p:nvPr/>
        </p:nvSpPr>
        <p:spPr>
          <a:xfrm xmlns:a="http://schemas.openxmlformats.org/drawingml/2006/main">
            <a:off x="695325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4  Índice de precio</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B+ en disco</a:t>
            </a:r>
          </a:p>
        </p:txBody>
      </p:sp>
      <p:sp>
        <p:nvSpPr>
          <p:cNvPr id="12" name="Nodo del diagrama">
            <a:extLst xmlns:a="http://schemas.openxmlformats.org/drawingml/2006/main">
              <a:ext uri="{FF2B5EF4-FFF2-40B4-BE49-F238E27FC236}">
                <a16:creationId xmlns:a16="http://schemas.microsoft.com/office/drawing/2014/main" id="{F80DF683-17AE-4C5E-B88B-3496B71A24DE}"/>
              </a:ext>
            </a:extLst>
          </p:cNvPr>
          <p:cNvSpPr>
            <a:spLocks xmlns:a="http://schemas.openxmlformats.org/drawingml/2006/main" noGrp="1"/>
          </p:cNvSpPr>
          <p:nvPr/>
        </p:nvSpPr>
        <p:spPr>
          <a:xfrm xmlns:a="http://schemas.openxmlformats.org/drawingml/2006/main">
            <a:off x="695325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5  Vecinos exactos</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KD-Tree</a:t>
            </a:r>
          </a:p>
        </p:txBody>
      </p:sp>
      <p:sp>
        <p:nvSpPr>
          <p:cNvPr id="13" name="Conexión de datos">
            <a:extLst xmlns:a="http://schemas.openxmlformats.org/drawingml/2006/main">
              <a:ext uri="{FF2B5EF4-FFF2-40B4-BE49-F238E27FC236}">
                <a16:creationId xmlns:a16="http://schemas.microsoft.com/office/drawing/2014/main" id="{8ECE7049-8290-4F6A-9DEC-7E71DBE2CE66}"/>
              </a:ext>
            </a:extLst>
          </p:cNvPr>
          <p:cNvSpPr>
            <a:spLocks xmlns:a="http://schemas.openxmlformats.org/drawingml/2006/main" noGrp="1"/>
          </p:cNvSpPr>
          <p:nvPr/>
        </p:nvSpPr>
        <p:spPr>
          <a:xfrm xmlns:a="http://schemas.openxmlformats.org/drawingml/2006/main">
            <a:off x="682942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14" name="Nodo del diagrama">
            <a:extLst xmlns:a="http://schemas.openxmlformats.org/drawingml/2006/main">
              <a:ext uri="{FF2B5EF4-FFF2-40B4-BE49-F238E27FC236}">
                <a16:creationId xmlns:a16="http://schemas.microsoft.com/office/drawing/2014/main" id="{4C2A0DA2-1C19-4D44-9C3B-446963AD3E62}"/>
              </a:ext>
            </a:extLst>
          </p:cNvPr>
          <p:cNvSpPr>
            <a:spLocks xmlns:a="http://schemas.openxmlformats.org/drawingml/2006/main" noGrp="1"/>
          </p:cNvSpPr>
          <p:nvPr/>
        </p:nvSpPr>
        <p:spPr>
          <a:xfrm xmlns:a="http://schemas.openxmlformats.org/drawingml/2006/main">
            <a:off x="537210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6  Revisión</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Bloom y CMS</a:t>
            </a:r>
          </a:p>
        </p:txBody>
      </p:sp>
      <p:sp>
        <p:nvSpPr>
          <p:cNvPr id="15" name="Conexión de datos">
            <a:extLst xmlns:a="http://schemas.openxmlformats.org/drawingml/2006/main">
              <a:ext uri="{FF2B5EF4-FFF2-40B4-BE49-F238E27FC236}">
                <a16:creationId xmlns:a16="http://schemas.microsoft.com/office/drawing/2014/main" id="{2A094AD0-026A-465E-AF3A-7E413D8EF446}"/>
              </a:ext>
            </a:extLst>
          </p:cNvPr>
          <p:cNvSpPr>
            <a:spLocks xmlns:a="http://schemas.openxmlformats.org/drawingml/2006/main" noGrp="1"/>
          </p:cNvSpPr>
          <p:nvPr/>
        </p:nvSpPr>
        <p:spPr>
          <a:xfrm xmlns:a="http://schemas.openxmlformats.org/drawingml/2006/main">
            <a:off x="524827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16" name="Nodo del diagrama">
            <a:extLst xmlns:a="http://schemas.openxmlformats.org/drawingml/2006/main">
              <a:ext uri="{FF2B5EF4-FFF2-40B4-BE49-F238E27FC236}">
                <a16:creationId xmlns:a16="http://schemas.microsoft.com/office/drawing/2014/main" id="{FC13C5DF-B8D4-4677-B376-DD23781EB6BD}"/>
              </a:ext>
            </a:extLst>
          </p:cNvPr>
          <p:cNvSpPr>
            <a:spLocks xmlns:a="http://schemas.openxmlformats.org/drawingml/2006/main" noGrp="1"/>
          </p:cNvSpPr>
          <p:nvPr/>
        </p:nvSpPr>
        <p:spPr>
          <a:xfrm xmlns:a="http://schemas.openxmlformats.org/drawingml/2006/main">
            <a:off x="379095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7  Similitud</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MinHash, LSH, HNSW</a:t>
            </a:r>
          </a:p>
        </p:txBody>
      </p:sp>
      <p:sp>
        <p:nvSpPr>
          <p:cNvPr id="17" name="Conexión de datos">
            <a:extLst xmlns:a="http://schemas.openxmlformats.org/drawingml/2006/main">
              <a:ext uri="{FF2B5EF4-FFF2-40B4-BE49-F238E27FC236}">
                <a16:creationId xmlns:a16="http://schemas.microsoft.com/office/drawing/2014/main" id="{F324D053-3E4B-4518-A6B0-10923D9F0432}"/>
              </a:ext>
            </a:extLst>
          </p:cNvPr>
          <p:cNvSpPr>
            <a:spLocks xmlns:a="http://schemas.openxmlformats.org/drawingml/2006/main" noGrp="1"/>
          </p:cNvSpPr>
          <p:nvPr/>
        </p:nvSpPr>
        <p:spPr>
          <a:xfrm xmlns:a="http://schemas.openxmlformats.org/drawingml/2006/main">
            <a:off x="366712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18" name="Nodo del diagrama">
            <a:extLst xmlns:a="http://schemas.openxmlformats.org/drawingml/2006/main">
              <a:ext uri="{FF2B5EF4-FFF2-40B4-BE49-F238E27FC236}">
                <a16:creationId xmlns:a16="http://schemas.microsoft.com/office/drawing/2014/main" id="{6D96323B-05E9-43A9-AE51-026C4909FB44}"/>
              </a:ext>
            </a:extLst>
          </p:cNvPr>
          <p:cNvSpPr>
            <a:spLocks xmlns:a="http://schemas.openxmlformats.org/drawingml/2006/main" noGrp="1"/>
          </p:cNvSpPr>
          <p:nvPr/>
        </p:nvSpPr>
        <p:spPr>
          <a:xfrm xmlns:a="http://schemas.openxmlformats.org/drawingml/2006/main">
            <a:off x="220980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8  Co-compra</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PageRank y Louvain</a:t>
            </a:r>
          </a:p>
        </p:txBody>
      </p:sp>
      <p:sp>
        <p:nvSpPr>
          <p:cNvPr id="19" name="Conexión de datos">
            <a:extLst xmlns:a="http://schemas.openxmlformats.org/drawingml/2006/main">
              <a:ext uri="{FF2B5EF4-FFF2-40B4-BE49-F238E27FC236}">
                <a16:creationId xmlns:a16="http://schemas.microsoft.com/office/drawing/2014/main" id="{B8CA162E-E206-448E-B583-30BAF09DD660}"/>
              </a:ext>
            </a:extLst>
          </p:cNvPr>
          <p:cNvSpPr>
            <a:spLocks xmlns:a="http://schemas.openxmlformats.org/drawingml/2006/main" noGrp="1"/>
          </p:cNvSpPr>
          <p:nvPr/>
        </p:nvSpPr>
        <p:spPr>
          <a:xfrm xmlns:a="http://schemas.openxmlformats.org/drawingml/2006/main">
            <a:off x="208597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20" name="Nodo del diagrama">
            <a:extLst xmlns:a="http://schemas.openxmlformats.org/drawingml/2006/main">
              <a:ext uri="{FF2B5EF4-FFF2-40B4-BE49-F238E27FC236}">
                <a16:creationId xmlns:a16="http://schemas.microsoft.com/office/drawing/2014/main" id="{A8995DAE-367D-4AD2-B433-EE5A7E109E40}"/>
              </a:ext>
            </a:extLst>
          </p:cNvPr>
          <p:cNvSpPr>
            <a:spLocks xmlns:a="http://schemas.openxmlformats.org/drawingml/2006/main" noGrp="1"/>
          </p:cNvSpPr>
          <p:nvPr/>
        </p:nvSpPr>
        <p:spPr>
          <a:xfrm xmlns:a="http://schemas.openxmlformats.org/drawingml/2006/main">
            <a:off x="62865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9  Servicio</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Trie y Top-K</a:t>
            </a:r>
          </a:p>
        </p:txBody>
      </p:sp>
      <p:sp>
        <p:nvSpPr>
          <p:cNvPr id="21" name="Conexión de datos">
            <a:extLst xmlns:a="http://schemas.openxmlformats.org/drawingml/2006/main">
              <a:ext uri="{FF2B5EF4-FFF2-40B4-BE49-F238E27FC236}">
                <a16:creationId xmlns:a16="http://schemas.microsoft.com/office/drawing/2014/main" id="{1A07BEBD-85D4-454C-AFD9-DCF49235FF53}"/>
              </a:ext>
            </a:extLst>
          </p:cNvPr>
          <p:cNvSpPr>
            <a:spLocks xmlns:a="http://schemas.openxmlformats.org/drawingml/2006/main" noGrp="1"/>
          </p:cNvSpPr>
          <p:nvPr/>
        </p:nvSpPr>
        <p:spPr>
          <a:xfrm xmlns:a="http://schemas.openxmlformats.org/drawingml/2006/main">
            <a:off x="7581900" y="2857500"/>
            <a:ext cx="114300" cy="333375"/>
          </a:xfrm>
          <a:prstGeom xmlns:a="http://schemas.openxmlformats.org/drawingml/2006/main" prst="downArrow">
            <a:avLst/>
          </a:prstGeom>
          <a:solidFill xmlns:a="http://schemas.openxmlformats.org/drawingml/2006/main">
            <a:srgbClr val="00D2E9"/>
          </a:solidFill>
          <a:ln xmlns:a="http://schemas.openxmlformats.org/drawingml/2006/main" w="0">
            <a:noFill/>
          </a:ln>
        </p:spPr>
      </p:sp>
      <p:sp>
        <p:nvSpPr>
          <p:cNvPr id="22" name="Alcance o fuente">
            <a:extLst xmlns:a="http://schemas.openxmlformats.org/drawingml/2006/main">
              <a:ext uri="{FF2B5EF4-FFF2-40B4-BE49-F238E27FC236}">
                <a16:creationId xmlns:a16="http://schemas.microsoft.com/office/drawing/2014/main" id="{816DEAAA-13BB-4A3C-9C02-A4789C46153F}"/>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EEEEEE"/>
                </a:solidFill>
                <a:latin typeface="Space Grotesk"/>
                <a:ea typeface="Space Grotesk"/>
                <a:cs typeface="Space Grotesk"/>
              </a:defRPr>
            </a:defPPr>
            <a:lvl1pPr algn="l">
              <a:defRPr sz="975" b="0">
                <a:solidFill>
                  <a:srgbClr val="EEEEEE"/>
                </a:solidFill>
                <a:latin typeface="Space Grotesk"/>
                <a:ea typeface="Space Grotesk"/>
                <a:cs typeface="Space Grotesk"/>
              </a:defRPr>
            </a:lvl1pPr>
            <a:lvl2pPr algn="l">
              <a:defRPr sz="975" b="0">
                <a:solidFill>
                  <a:srgbClr val="EEEEEE"/>
                </a:solidFill>
                <a:latin typeface="Space Grotesk"/>
                <a:ea typeface="Space Grotesk"/>
                <a:cs typeface="Space Grotesk"/>
              </a:defRPr>
            </a:lvl2pPr>
            <a:lvl3pPr algn="l">
              <a:defRPr sz="975" b="0">
                <a:solidFill>
                  <a:srgbClr val="EEEEEE"/>
                </a:solidFill>
                <a:latin typeface="Space Grotesk"/>
                <a:ea typeface="Space Grotesk"/>
                <a:cs typeface="Space Grotesk"/>
              </a:defRPr>
            </a:lvl3pPr>
            <a:lvl4pPr algn="l">
              <a:defRPr sz="975" b="0">
                <a:solidFill>
                  <a:srgbClr val="EEEEEE"/>
                </a:solidFill>
                <a:latin typeface="Space Grotesk"/>
                <a:ea typeface="Space Grotesk"/>
                <a:cs typeface="Space Grotesk"/>
              </a:defRPr>
            </a:lvl4pPr>
            <a:lvl5pPr algn="l">
              <a:defRPr sz="975" b="0">
                <a:solidFill>
                  <a:srgbClr val="EEEEEE"/>
                </a:solidFill>
                <a:latin typeface="Space Grotesk"/>
                <a:ea typeface="Space Grotesk"/>
                <a:cs typeface="Space Grotesk"/>
              </a:defRPr>
            </a:lvl5pPr>
            <a:lvl6pPr algn="l">
              <a:defRPr sz="975" b="0">
                <a:solidFill>
                  <a:srgbClr val="EEEEEE"/>
                </a:solidFill>
                <a:latin typeface="Space Grotesk"/>
                <a:ea typeface="Space Grotesk"/>
                <a:cs typeface="Space Grotesk"/>
              </a:defRPr>
            </a:lvl6pPr>
            <a:lvl7pPr algn="l">
              <a:defRPr sz="975" b="0">
                <a:solidFill>
                  <a:srgbClr val="EEEEEE"/>
                </a:solidFill>
                <a:latin typeface="Space Grotesk"/>
                <a:ea typeface="Space Grotesk"/>
                <a:cs typeface="Space Grotesk"/>
              </a:defRPr>
            </a:lvl7pPr>
            <a:lvl8pPr algn="l">
              <a:defRPr sz="975" b="0">
                <a:solidFill>
                  <a:srgbClr val="EEEEEE"/>
                </a:solidFill>
                <a:latin typeface="Space Grotesk"/>
                <a:ea typeface="Space Grotesk"/>
                <a:cs typeface="Space Grotesk"/>
              </a:defRPr>
            </a:lvl8pPr>
            <a:lvl9pPr algn="l">
              <a:defRPr sz="975" b="0">
                <a:solidFill>
                  <a:srgbClr val="EEEEEE"/>
                </a:solidFill>
                <a:latin typeface="Space Grotesk"/>
                <a:ea typeface="Space Grotesk"/>
                <a:cs typeface="Space Grotesk"/>
              </a:defRPr>
            </a:lvl9pPr>
          </a:lstStyle>
          <a:p xmlns:a="http://schemas.openxmlformats.org/drawingml/2006/main">
            <a:pPr algn="l">
              <a:defRPr sz="975" b="0">
                <a:solidFill>
                  <a:srgbClr val="EEEEEE"/>
                </a:solidFill>
                <a:latin typeface="Space Grotesk"/>
                <a:ea typeface="Space Grotesk"/>
                <a:cs typeface="Space Grotesk"/>
              </a:defRPr>
            </a:pPr>
            <a:r>
              <a:rPr sz="975" b="0">
                <a:solidFill>
                  <a:srgbClr val="EEEEEE"/>
                </a:solidFill>
                <a:latin typeface="Space Grotesk"/>
                <a:ea typeface="Space Grotesk"/>
                <a:cs typeface="Space Grotesk"/>
              </a:rPr>
              <a:t>El motor ejecuta las etapas secuencialmente por lote y conserva estado entre lotes.</a:t>
            </a:r>
          </a:p>
        </p:txBody>
      </p:sp>
    </p:spTree>
    <p:extLst>
      <p:ext uri="{BB962C8B-B14F-4D97-AF65-F5344CB8AC3E}">
        <p14:creationId xmlns:p14="http://schemas.microsoft.com/office/powerpoint/2010/main" val="24044357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D7AAFC84-D8CC-4DAB-BD70-231D0F31539E}"/>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Qué permanece cuando avanza el lote</a:t>
            </a:r>
          </a:p>
        </p:txBody>
      </p:sp>
      <p:sp>
        <p:nvSpPr>
          <p:cNvPr id="2" name="Número de diapositiva">
            <a:extLst xmlns:a="http://schemas.openxmlformats.org/drawingml/2006/main">
              <a:ext uri="{FF2B5EF4-FFF2-40B4-BE49-F238E27FC236}">
                <a16:creationId xmlns:a16="http://schemas.microsoft.com/office/drawing/2014/main" id="{519944CB-29A7-44B8-85F0-A2084EF62956}"/>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04</a:t>
            </a:r>
          </a:p>
        </p:txBody>
      </p:sp>
      <p:graphicFrame>
        <p:nvGraphicFramePr>
          <p:cNvPr id="3" name="">
            <a:extLst xmlns:a="http://schemas.openxmlformats.org/drawingml/2006/main">
              <a:ext uri="{FF2B5EF4-FFF2-40B4-BE49-F238E27FC236}">
                <a16:creationId xmlns:a16="http://schemas.microsoft.com/office/drawing/2014/main" id="{5B7F6FC1-C749-4C6B-816D-59103B928E3A}"/>
              </a:ext>
            </a:extLst>
          </p:cNvPr>
          <p:cNvGraphicFramePr/>
          <p:nvPr/>
        </p:nvGraphicFramePr>
        <p:xfrm>
          <a:off xmlns:a="http://schemas.openxmlformats.org/drawingml/2006/main" x="628650" y="1857375"/>
          <a:ext xmlns:a="http://schemas.openxmlformats.org/drawingml/2006/main" cx="7810500" cy="2266950"/>
        </p:xfrm>
        <a:graphic xmlns:a="http://schemas.openxmlformats.org/drawingml/2006/main">
          <a:graphicData uri="http://schemas.openxmlformats.org/drawingml/2006/table">
            <a:tbl>
              <a:tblPr/>
              <a:tblGrid>
                <a:gridCol w="1975069"/>
                <a:gridCol w="3860362"/>
                <a:gridCol w="1975069"/>
              </a:tblGrid>
              <a:tr h="377825">
                <a:tc>
                  <a:txBody>
                    <a:bodyPr wrap="square"/>
                    <a:lstStyle/>
                    <a:p>
                      <a:pPr algn="l"/>
                      <a:r>
                        <a:rPr sz="1350" b="1">
                          <a:solidFill>
                            <a:srgbClr val="FFFFFF"/>
                          </a:solidFill>
                          <a:latin typeface="Space Grotesk"/>
                          <a:ea typeface="Space Grotesk"/>
                          <a:cs typeface="Space Grotesk"/>
                        </a:rPr>
                        <a:t>Estructura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Estado tras el lote</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Ubicación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77825">
                <a:tc>
                  <a:txBody>
                    <a:bodyPr wrap="square"/>
                    <a:lstStyle/>
                    <a:p>
                      <a:pPr algn="l"/>
                      <a:r>
                        <a:rPr sz="1350" b="0">
                          <a:solidFill>
                            <a:srgbClr val="4E4B4C"/>
                          </a:solidFill>
                          <a:latin typeface="Space Grotesk"/>
                          <a:ea typeface="Space Grotesk"/>
                          <a:cs typeface="Space Grotesk"/>
                        </a:rPr>
                        <a:t>FIFO y heap</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Se vacían al entregar sus eventos</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RAM temporal</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77825">
                <a:tc>
                  <a:txBody>
                    <a:bodyPr wrap="square"/>
                    <a:lstStyle/>
                    <a:p>
                      <a:pPr algn="l"/>
                      <a:r>
                        <a:rPr sz="1350" b="0">
                          <a:solidFill>
                            <a:srgbClr val="4E4B4C"/>
                          </a:solidFill>
                          <a:latin typeface="Space Grotesk"/>
                          <a:ea typeface="Space Grotesk"/>
                          <a:cs typeface="Space Grotesk"/>
                        </a:rPr>
                        <a:t>Eventos e historial</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Recuperación de registros y deduplicación</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SQLite</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77825">
                <a:tc>
                  <a:txBody>
                    <a:bodyPr wrap="square"/>
                    <a:lstStyle/>
                    <a:p>
                      <a:pPr algn="l"/>
                      <a:r>
                        <a:rPr sz="1350" b="0">
                          <a:solidFill>
                            <a:srgbClr val="4E4B4C"/>
                          </a:solidFill>
                          <a:latin typeface="Space Grotesk"/>
                          <a:ea typeface="Space Grotesk"/>
                          <a:cs typeface="Space Grotesk"/>
                        </a:rPr>
                        <a:t>B+ de precios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Páginas, claves y hojas enlazadas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Disco y caché</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77825">
                <a:tc>
                  <a:txBody>
                    <a:bodyPr wrap="square"/>
                    <a:lstStyle/>
                    <a:p>
                      <a:pPr algn="l"/>
                      <a:r>
                        <a:rPr sz="1350" b="0">
                          <a:solidFill>
                            <a:srgbClr val="4E4B4C"/>
                          </a:solidFill>
                          <a:latin typeface="Space Grotesk"/>
                          <a:ea typeface="Space Grotesk"/>
                          <a:cs typeface="Space Grotesk"/>
                        </a:rPr>
                        <a:t>Catálogo y analítica</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Catálogo, vectores y grafo reutilizables</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RAM</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77825">
                <a:tc>
                  <a:txBody>
                    <a:bodyPr wrap="square"/>
                    <a:lstStyle/>
                    <a:p>
                      <a:pPr algn="l"/>
                      <a:r>
                        <a:rPr sz="1350" b="0">
                          <a:solidFill>
                            <a:srgbClr val="4E4B4C"/>
                          </a:solidFill>
                          <a:latin typeface="Space Grotesk"/>
                          <a:ea typeface="Space Grotesk"/>
                          <a:cs typeface="Space Grotesk"/>
                        </a:rPr>
                        <a:t>Canastas de usuario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Retención por cuentas activas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RAM con límite de cuentas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99D0407F-3EC9-4F15-A5A7-70DAF40ACB56}"/>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Leer por bloques limita el lector. El catálogo, los vectores y el grafo pueden crecer con entidades distintas.</a:t>
            </a:r>
          </a:p>
        </p:txBody>
      </p:sp>
    </p:spTree>
    <p:extLst>
      <p:ext uri="{BB962C8B-B14F-4D97-AF65-F5344CB8AC3E}">
        <p14:creationId xmlns:p14="http://schemas.microsoft.com/office/powerpoint/2010/main" val="8645590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E78E02CE-C839-43BC-8B53-C11352A7ED52}"/>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Ingesta, validación y atención de eventos</a:t>
            </a:r>
          </a:p>
        </p:txBody>
      </p:sp>
      <p:sp>
        <p:nvSpPr>
          <p:cNvPr id="2" name="Número de diapositiva">
            <a:extLst xmlns:a="http://schemas.openxmlformats.org/drawingml/2006/main">
              <a:ext uri="{FF2B5EF4-FFF2-40B4-BE49-F238E27FC236}">
                <a16:creationId xmlns:a16="http://schemas.microsoft.com/office/drawing/2014/main" id="{3CDC1B38-6AB0-42F0-AD0C-70506C45307A}"/>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05</a:t>
            </a:r>
          </a:p>
        </p:txBody>
      </p:sp>
      <p:graphicFrame>
        <p:nvGraphicFramePr>
          <p:cNvPr id="3" name="">
            <a:extLst xmlns:a="http://schemas.openxmlformats.org/drawingml/2006/main">
              <a:ext uri="{FF2B5EF4-FFF2-40B4-BE49-F238E27FC236}">
                <a16:creationId xmlns:a16="http://schemas.microsoft.com/office/drawing/2014/main" id="{92B9C2A5-982C-47E2-B9E8-A4B7DC591E93}"/>
              </a:ext>
            </a:extLst>
          </p:cNvPr>
          <p:cNvGraphicFramePr/>
          <p:nvPr/>
        </p:nvGraphicFramePr>
        <p:xfrm>
          <a:off xmlns:a="http://schemas.openxmlformats.org/drawingml/2006/main" x="628650" y="1943100"/>
          <a:ext xmlns:a="http://schemas.openxmlformats.org/drawingml/2006/main" cx="7810500" cy="2076450"/>
        </p:xfrm>
        <a:graphic xmlns:a="http://schemas.openxmlformats.org/drawingml/2006/main">
          <a:graphicData uri="http://schemas.openxmlformats.org/drawingml/2006/table">
            <a:tbl>
              <a:tblPr/>
              <a:tblGrid>
                <a:gridCol w="1885293"/>
                <a:gridCol w="3950138"/>
                <a:gridCol w="1975069"/>
              </a:tblGrid>
              <a:tr h="415290">
                <a:tc>
                  <a:txBody>
                    <a:bodyPr wrap="square"/>
                    <a:lstStyle/>
                    <a:p>
                      <a:pPr algn="l"/>
                      <a:r>
                        <a:rPr sz="1425" b="1">
                          <a:solidFill>
                            <a:srgbClr val="FFFFFF"/>
                          </a:solidFill>
                          <a:latin typeface="Space Grotesk"/>
                          <a:ea typeface="Space Grotesk"/>
                          <a:cs typeface="Space Grotesk"/>
                        </a:rPr>
                        <a:t>Etapa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Implementación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Costo principal</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415290">
                <a:tc>
                  <a:txBody>
                    <a:bodyPr wrap="square"/>
                    <a:lstStyle/>
                    <a:p>
                      <a:pPr algn="l"/>
                      <a:r>
                        <a:rPr sz="1425" b="0">
                          <a:solidFill>
                            <a:srgbClr val="4E4B4C"/>
                          </a:solidFill>
                          <a:latin typeface="Space Grotesk"/>
                          <a:ea typeface="Space Grotesk"/>
                          <a:cs typeface="Space Grotesk"/>
                        </a:rPr>
                        <a:t>0  FIFO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deque con capacidad del lote</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O(1) por operación</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15290">
                <a:tc>
                  <a:txBody>
                    <a:bodyPr wrap="square"/>
                    <a:lstStyle/>
                    <a:p>
                      <a:pPr algn="l"/>
                      <a:r>
                        <a:rPr sz="1425" b="0">
                          <a:solidFill>
                            <a:srgbClr val="4E4B4C"/>
                          </a:solidFill>
                          <a:latin typeface="Space Grotesk"/>
                          <a:ea typeface="Space Grotesk"/>
                          <a:cs typeface="Space Grotesk"/>
                        </a:rPr>
                        <a:t>1  Validación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UTC, precio válido, IDs e historial</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Ordenar O(b log b)</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415290">
                <a:tc>
                  <a:txBody>
                    <a:bodyPr wrap="square"/>
                    <a:lstStyle/>
                    <a:p>
                      <a:pPr algn="l"/>
                      <a:r>
                        <a:rPr sz="1425" b="0">
                          <a:solidFill>
                            <a:srgbClr val="4E4B4C"/>
                          </a:solidFill>
                          <a:latin typeface="Space Grotesk"/>
                          <a:ea typeface="Space Grotesk"/>
                          <a:cs typeface="Space Grotesk"/>
                        </a:rPr>
                        <a:t>2  Prioridad</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Prioridad, fecha y contador estable</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O(log b) / operación</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15290">
                <a:tc>
                  <a:txBody>
                    <a:bodyPr wrap="square"/>
                    <a:lstStyle/>
                    <a:p>
                      <a:pPr algn="l"/>
                      <a:r>
                        <a:rPr sz="1425" b="0">
                          <a:solidFill>
                            <a:srgbClr val="4E4B4C"/>
                          </a:solidFill>
                          <a:latin typeface="Space Grotesk"/>
                          <a:ea typeface="Space Grotesk"/>
                          <a:cs typeface="Space Grotesk"/>
                        </a:rPr>
                        <a:t>3  Hash y LRU</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Eventos en SQLite y caché coherente</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O(1) esperado en RAM</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42406DE8-C0B7-4193-9AD1-F54360CB1984}"/>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b es el tamaño del lote. SQLite y el mantenimiento del historial añaden costos de almacenamiento.</a:t>
            </a:r>
          </a:p>
        </p:txBody>
      </p:sp>
    </p:spTree>
    <p:extLst>
      <p:ext uri="{BB962C8B-B14F-4D97-AF65-F5344CB8AC3E}">
        <p14:creationId xmlns:p14="http://schemas.microsoft.com/office/powerpoint/2010/main" val="8645590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Título">
            <a:extLst xmlns:a="http://schemas.openxmlformats.org/drawingml/2006/main">
              <a:ext uri="{FF2B5EF4-FFF2-40B4-BE49-F238E27FC236}">
                <a16:creationId xmlns:a16="http://schemas.microsoft.com/office/drawing/2014/main" id="{CDE4817A-1B23-4BDC-A510-6AD27BAA7EE9}"/>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Índices para precio y vecinos</a:t>
            </a:r>
          </a:p>
        </p:txBody>
      </p:sp>
      <p:sp>
        <p:nvSpPr>
          <p:cNvPr id="2" name="Número de diapositiva">
            <a:extLst xmlns:a="http://schemas.openxmlformats.org/drawingml/2006/main">
              <a:ext uri="{FF2B5EF4-FFF2-40B4-BE49-F238E27FC236}">
                <a16:creationId xmlns:a16="http://schemas.microsoft.com/office/drawing/2014/main" id="{B60A4C24-91A0-4CCF-B58E-EB8F8105027F}"/>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06</a:t>
            </a:r>
          </a:p>
        </p:txBody>
      </p:sp>
      <p:sp>
        <p:nvSpPr>
          <p:cNvPr id="3" name="Texto">
            <a:extLst xmlns:a="http://schemas.openxmlformats.org/drawingml/2006/main">
              <a:ext uri="{FF2B5EF4-FFF2-40B4-BE49-F238E27FC236}">
                <a16:creationId xmlns:a16="http://schemas.microsoft.com/office/drawing/2014/main" id="{5403B2CB-32C3-40C8-BAE1-B5441F1A33C1}"/>
              </a:ext>
            </a:extLst>
          </p:cNvPr>
          <p:cNvSpPr>
            <a:spLocks xmlns:a="http://schemas.openxmlformats.org/drawingml/2006/main" noGrp="1"/>
          </p:cNvSpPr>
          <p:nvPr/>
        </p:nvSpPr>
        <p:spPr>
          <a:xfrm xmlns:a="http://schemas.openxmlformats.org/drawingml/2006/main">
            <a:off x="628650" y="191452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B+ persistente</a:t>
            </a:r>
          </a:p>
        </p:txBody>
      </p:sp>
      <p:sp>
        <p:nvSpPr>
          <p:cNvPr id="4" name="Texto">
            <a:extLst xmlns:a="http://schemas.openxmlformats.org/drawingml/2006/main">
              <a:ext uri="{FF2B5EF4-FFF2-40B4-BE49-F238E27FC236}">
                <a16:creationId xmlns:a16="http://schemas.microsoft.com/office/drawing/2014/main" id="{72CD9414-C38D-4E1A-BD11-CACF1A762D6B}"/>
              </a:ext>
            </a:extLst>
          </p:cNvPr>
          <p:cNvSpPr>
            <a:spLocks xmlns:a="http://schemas.openxmlformats.org/drawingml/2006/main" noGrp="1"/>
          </p:cNvSpPr>
          <p:nvPr/>
        </p:nvSpPr>
        <p:spPr>
          <a:xfrm xmlns:a="http://schemas.openxmlformats.org/drawingml/2006/main">
            <a:off x="628650" y="2314575"/>
            <a:ext cx="3505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Clave compuesta</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(precio, product_id)</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Consulta rangos inclusivos y recorre hojas enlazadas.</a:t>
            </a:r>
          </a:p>
        </p:txBody>
      </p:sp>
      <p:sp>
        <p:nvSpPr>
          <p:cNvPr id="5" name="Texto">
            <a:extLst xmlns:a="http://schemas.openxmlformats.org/drawingml/2006/main">
              <a:ext uri="{FF2B5EF4-FFF2-40B4-BE49-F238E27FC236}">
                <a16:creationId xmlns:a16="http://schemas.microsoft.com/office/drawing/2014/main" id="{3E7A3709-751B-4160-A9DA-D532C40B4D1F}"/>
              </a:ext>
            </a:extLst>
          </p:cNvPr>
          <p:cNvSpPr>
            <a:spLocks xmlns:a="http://schemas.openxmlformats.org/drawingml/2006/main" noGrp="1"/>
          </p:cNvSpPr>
          <p:nvPr/>
        </p:nvSpPr>
        <p:spPr>
          <a:xfrm xmlns:a="http://schemas.openxmlformats.org/drawingml/2006/main">
            <a:off x="4810125" y="191452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KD-Tree exacto</a:t>
            </a:r>
          </a:p>
        </p:txBody>
      </p:sp>
      <p:sp>
        <p:nvSpPr>
          <p:cNvPr id="6" name="Texto">
            <a:extLst xmlns:a="http://schemas.openxmlformats.org/drawingml/2006/main">
              <a:ext uri="{FF2B5EF4-FFF2-40B4-BE49-F238E27FC236}">
                <a16:creationId xmlns:a16="http://schemas.microsoft.com/office/drawing/2014/main" id="{A28F24EB-FC6C-4AF0-BA49-5F7135544EF9}"/>
              </a:ext>
            </a:extLst>
          </p:cNvPr>
          <p:cNvSpPr>
            <a:spLocks xmlns:a="http://schemas.openxmlformats.org/drawingml/2006/main" noGrp="1"/>
          </p:cNvSpPr>
          <p:nvPr/>
        </p:nvSpPr>
        <p:spPr>
          <a:xfrm xmlns:a="http://schemas.openxmlformats.org/drawingml/2006/main">
            <a:off x="4810125" y="2314575"/>
            <a:ext cx="3571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Particiona vectores de producto y poda ramas.</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La referencia exhaustiva usa la misma distancia y excluye el propio ID.</a:t>
            </a:r>
          </a:p>
        </p:txBody>
      </p:sp>
      <p:sp>
        <p:nvSpPr>
          <p:cNvPr id="7" name="Alcance o fuente">
            <a:extLst xmlns:a="http://schemas.openxmlformats.org/drawingml/2006/main">
              <a:ext uri="{FF2B5EF4-FFF2-40B4-BE49-F238E27FC236}">
                <a16:creationId xmlns:a16="http://schemas.microsoft.com/office/drawing/2014/main" id="{4887A19F-C32F-4E46-BD3C-00E6822C6920}"/>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B+: O(log_B n) páginas más el rango recorrido. KD: una consulta puede visitar todos los puntos.</a:t>
            </a:r>
          </a:p>
        </p:txBody>
      </p:sp>
    </p:spTree>
    <p:extLst>
      <p:ext uri="{BB962C8B-B14F-4D97-AF65-F5344CB8AC3E}">
        <p14:creationId xmlns:p14="http://schemas.microsoft.com/office/powerpoint/2010/main" val="8645590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 name="Título">
            <a:extLst xmlns:a="http://schemas.openxmlformats.org/drawingml/2006/main">
              <a:ext uri="{FF2B5EF4-FFF2-40B4-BE49-F238E27FC236}">
                <a16:creationId xmlns:a16="http://schemas.microsoft.com/office/drawing/2014/main" id="{DDE63F63-AEC8-4B84-B476-00F9D66E1ECB}"/>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00D2E9"/>
                </a:solidFill>
                <a:latin typeface="Space Grotesk"/>
                <a:ea typeface="Space Grotesk"/>
                <a:cs typeface="Space Grotesk"/>
              </a:defRPr>
            </a:defPPr>
            <a:lvl1pPr algn="l">
              <a:defRPr sz="2550" b="1">
                <a:solidFill>
                  <a:srgbClr val="00D2E9"/>
                </a:solidFill>
                <a:latin typeface="Space Grotesk"/>
                <a:ea typeface="Space Grotesk"/>
                <a:cs typeface="Space Grotesk"/>
              </a:defRPr>
            </a:lvl1pPr>
            <a:lvl2pPr algn="l">
              <a:defRPr sz="2550" b="1">
                <a:solidFill>
                  <a:srgbClr val="00D2E9"/>
                </a:solidFill>
                <a:latin typeface="Space Grotesk"/>
                <a:ea typeface="Space Grotesk"/>
                <a:cs typeface="Space Grotesk"/>
              </a:defRPr>
            </a:lvl2pPr>
            <a:lvl3pPr algn="l">
              <a:defRPr sz="2550" b="1">
                <a:solidFill>
                  <a:srgbClr val="00D2E9"/>
                </a:solidFill>
                <a:latin typeface="Space Grotesk"/>
                <a:ea typeface="Space Grotesk"/>
                <a:cs typeface="Space Grotesk"/>
              </a:defRPr>
            </a:lvl3pPr>
            <a:lvl4pPr algn="l">
              <a:defRPr sz="2550" b="1">
                <a:solidFill>
                  <a:srgbClr val="00D2E9"/>
                </a:solidFill>
                <a:latin typeface="Space Grotesk"/>
                <a:ea typeface="Space Grotesk"/>
                <a:cs typeface="Space Grotesk"/>
              </a:defRPr>
            </a:lvl4pPr>
            <a:lvl5pPr algn="l">
              <a:defRPr sz="2550" b="1">
                <a:solidFill>
                  <a:srgbClr val="00D2E9"/>
                </a:solidFill>
                <a:latin typeface="Space Grotesk"/>
                <a:ea typeface="Space Grotesk"/>
                <a:cs typeface="Space Grotesk"/>
              </a:defRPr>
            </a:lvl5pPr>
            <a:lvl6pPr algn="l">
              <a:defRPr sz="2550" b="1">
                <a:solidFill>
                  <a:srgbClr val="00D2E9"/>
                </a:solidFill>
                <a:latin typeface="Space Grotesk"/>
                <a:ea typeface="Space Grotesk"/>
                <a:cs typeface="Space Grotesk"/>
              </a:defRPr>
            </a:lvl6pPr>
            <a:lvl7pPr algn="l">
              <a:defRPr sz="2550" b="1">
                <a:solidFill>
                  <a:srgbClr val="00D2E9"/>
                </a:solidFill>
                <a:latin typeface="Space Grotesk"/>
                <a:ea typeface="Space Grotesk"/>
                <a:cs typeface="Space Grotesk"/>
              </a:defRPr>
            </a:lvl7pPr>
            <a:lvl8pPr algn="l">
              <a:defRPr sz="2550" b="1">
                <a:solidFill>
                  <a:srgbClr val="00D2E9"/>
                </a:solidFill>
                <a:latin typeface="Space Grotesk"/>
                <a:ea typeface="Space Grotesk"/>
                <a:cs typeface="Space Grotesk"/>
              </a:defRPr>
            </a:lvl8pPr>
            <a:lvl9pPr algn="l">
              <a:defRPr sz="2550" b="1">
                <a:solidFill>
                  <a:srgbClr val="00D2E9"/>
                </a:solidFill>
                <a:latin typeface="Space Grotesk"/>
                <a:ea typeface="Space Grotesk"/>
                <a:cs typeface="Space Grotesk"/>
              </a:defRPr>
            </a:lvl9pPr>
          </a:lstStyle>
          <a:p xmlns:a="http://schemas.openxmlformats.org/drawingml/2006/main">
            <a:pPr algn="l">
              <a:defRPr sz="2550" b="1">
                <a:solidFill>
                  <a:srgbClr val="00D2E9"/>
                </a:solidFill>
                <a:latin typeface="Space Grotesk"/>
                <a:ea typeface="Space Grotesk"/>
                <a:cs typeface="Space Grotesk"/>
              </a:defRPr>
            </a:pPr>
            <a:r>
              <a:rPr sz="2550" b="1">
                <a:solidFill>
                  <a:srgbClr val="00D2E9"/>
                </a:solidFill>
                <a:latin typeface="Space Grotesk"/>
                <a:ea typeface="Space Grotesk"/>
                <a:cs typeface="Space Grotesk"/>
              </a:rPr>
              <a:t>Bloom y Count-Min Sketch</a:t>
            </a:r>
          </a:p>
        </p:txBody>
      </p:sp>
      <p:sp>
        <p:nvSpPr>
          <p:cNvPr id="2" name="Número de diapositiva">
            <a:extLst xmlns:a="http://schemas.openxmlformats.org/drawingml/2006/main">
              <a:ext uri="{FF2B5EF4-FFF2-40B4-BE49-F238E27FC236}">
                <a16:creationId xmlns:a16="http://schemas.microsoft.com/office/drawing/2014/main" id="{C1B2818E-38E7-4DCA-9817-C568F477E023}"/>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07</a:t>
            </a:r>
          </a:p>
        </p:txBody>
      </p:sp>
      <p:sp>
        <p:nvSpPr>
          <p:cNvPr id="3" name="Texto">
            <a:extLst xmlns:a="http://schemas.openxmlformats.org/drawingml/2006/main">
              <a:ext uri="{FF2B5EF4-FFF2-40B4-BE49-F238E27FC236}">
                <a16:creationId xmlns:a16="http://schemas.microsoft.com/office/drawing/2014/main" id="{E57DE2D8-D6DE-473F-8E13-16091C3A3F9D}"/>
              </a:ext>
            </a:extLst>
          </p:cNvPr>
          <p:cNvSpPr>
            <a:spLocks xmlns:a="http://schemas.openxmlformats.org/drawingml/2006/main" noGrp="1"/>
          </p:cNvSpPr>
          <p:nvPr/>
        </p:nvSpPr>
        <p:spPr>
          <a:xfrm xmlns:a="http://schemas.openxmlformats.org/drawingml/2006/main">
            <a:off x="628650" y="18573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Pertenencia</a:t>
            </a:r>
          </a:p>
        </p:txBody>
      </p:sp>
      <p:sp>
        <p:nvSpPr>
          <p:cNvPr id="4" name="Texto">
            <a:extLst xmlns:a="http://schemas.openxmlformats.org/drawingml/2006/main">
              <a:ext uri="{FF2B5EF4-FFF2-40B4-BE49-F238E27FC236}">
                <a16:creationId xmlns:a16="http://schemas.microsoft.com/office/drawing/2014/main" id="{082E0E5D-DFEC-4FD4-8639-1C27F394E69D}"/>
              </a:ext>
            </a:extLst>
          </p:cNvPr>
          <p:cNvSpPr>
            <a:spLocks xmlns:a="http://schemas.openxmlformats.org/drawingml/2006/main" noGrp="1"/>
          </p:cNvSpPr>
          <p:nvPr/>
        </p:nvSpPr>
        <p:spPr>
          <a:xfrm xmlns:a="http://schemas.openxmlformats.org/drawingml/2006/main">
            <a:off x="628650" y="2247900"/>
            <a:ext cx="3524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Bloom usa bits y varios hashes.</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Un positivo requiere confirmación exacta para decidir una revisión.</a:t>
            </a:r>
          </a:p>
        </p:txBody>
      </p:sp>
      <p:sp>
        <p:nvSpPr>
          <p:cNvPr id="5" name="Texto">
            <a:extLst xmlns:a="http://schemas.openxmlformats.org/drawingml/2006/main">
              <a:ext uri="{FF2B5EF4-FFF2-40B4-BE49-F238E27FC236}">
                <a16:creationId xmlns:a16="http://schemas.microsoft.com/office/drawing/2014/main" id="{EFE8C49F-EFB9-4B20-8612-5851BCA44F49}"/>
              </a:ext>
            </a:extLst>
          </p:cNvPr>
          <p:cNvSpPr>
            <a:spLocks xmlns:a="http://schemas.openxmlformats.org/drawingml/2006/main" noGrp="1"/>
          </p:cNvSpPr>
          <p:nvPr/>
        </p:nvSpPr>
        <p:spPr>
          <a:xfrm xmlns:a="http://schemas.openxmlformats.org/drawingml/2006/main">
            <a:off x="4810125" y="18573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Frecuencia</a:t>
            </a:r>
          </a:p>
        </p:txBody>
      </p:sp>
      <p:sp>
        <p:nvSpPr>
          <p:cNvPr id="6" name="Texto">
            <a:extLst xmlns:a="http://schemas.openxmlformats.org/drawingml/2006/main">
              <a:ext uri="{FF2B5EF4-FFF2-40B4-BE49-F238E27FC236}">
                <a16:creationId xmlns:a16="http://schemas.microsoft.com/office/drawing/2014/main" id="{BE885491-2164-44B4-AD01-4D35519997A0}"/>
              </a:ext>
            </a:extLst>
          </p:cNvPr>
          <p:cNvSpPr>
            <a:spLocks xmlns:a="http://schemas.openxmlformats.org/drawingml/2006/main" noGrp="1"/>
          </p:cNvSpPr>
          <p:nvPr/>
        </p:nvSpPr>
        <p:spPr>
          <a:xfrm xmlns:a="http://schemas.openxmlformats.org/drawingml/2006/main">
            <a:off x="4810125" y="2247900"/>
            <a:ext cx="3524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CMS estima conteos con el mínimo por filas.</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Un contador exacto verifica el umbral.</a:t>
            </a:r>
          </a:p>
        </p:txBody>
      </p:sp>
      <p:graphicFrame>
        <p:nvGraphicFramePr>
          <p:cNvPr id="7" name="">
            <a:extLst xmlns:a="http://schemas.openxmlformats.org/drawingml/2006/main">
              <a:ext uri="{FF2B5EF4-FFF2-40B4-BE49-F238E27FC236}">
                <a16:creationId xmlns:a16="http://schemas.microsoft.com/office/drawing/2014/main" id="{D6A47A79-0BF7-445D-9C16-178B96FD87C5}"/>
              </a:ext>
            </a:extLst>
          </p:cNvPr>
          <p:cNvGraphicFramePr/>
          <p:nvPr/>
        </p:nvGraphicFramePr>
        <p:xfrm>
          <a:off xmlns:a="http://schemas.openxmlformats.org/drawingml/2006/main" x="628650" y="3371850"/>
          <a:ext xmlns:a="http://schemas.openxmlformats.org/drawingml/2006/main" cx="7810500" cy="828675"/>
        </p:xfrm>
        <a:graphic xmlns:a="http://schemas.openxmlformats.org/drawingml/2006/main">
          <a:graphicData uri="http://schemas.openxmlformats.org/drawingml/2006/table">
            <a:tbl>
              <a:tblPr/>
              <a:tblGrid>
                <a:gridCol w="3471333"/>
                <a:gridCol w="4339167"/>
              </a:tblGrid>
              <a:tr h="276225">
                <a:tc>
                  <a:txBody>
                    <a:bodyPr wrap="square"/>
                    <a:lstStyle/>
                    <a:p>
                      <a:pPr algn="l"/>
                      <a:r>
                        <a:rPr sz="1275" b="1">
                          <a:solidFill>
                            <a:srgbClr val="FFFFFF"/>
                          </a:solidFill>
                          <a:latin typeface="Space Grotesk"/>
                          <a:ea typeface="Space Grotesk"/>
                          <a:cs typeface="Space Grotesk"/>
                        </a:rPr>
                        <a:t>Regla temporal</a:t>
                      </a:r>
                    </a:p>
                  </a:txBody>
                  <a:tcPr marL="76200" marR="66675" marT="28575" marB="28575" anchor="ctr">
                    <a:lnL w="5715">
                      <a:solidFill>
                        <a:srgbClr val="777475"/>
                      </a:solidFill>
                      <a:prstDash val="solid"/>
                    </a:lnL>
                    <a:lnR w="5715">
                      <a:solidFill>
                        <a:srgbClr val="777475"/>
                      </a:solidFill>
                      <a:prstDash val="solid"/>
                    </a:lnR>
                    <a:lnT w="5715">
                      <a:solidFill>
                        <a:srgbClr val="777475"/>
                      </a:solidFill>
                      <a:prstDash val="solid"/>
                    </a:lnT>
                    <a:lnB w="5715">
                      <a:solidFill>
                        <a:srgbClr val="777475"/>
                      </a:solidFill>
                      <a:prstDash val="solid"/>
                    </a:lnB>
                    <a:solidFill>
                      <a:srgbClr val="4E4B4C"/>
                    </a:solidFill>
                  </a:tcPr>
                </a:tc>
                <a:tc>
                  <a:txBody>
                    <a:bodyPr wrap="square"/>
                    <a:lstStyle/>
                    <a:p>
                      <a:pPr algn="ctr"/>
                      <a:r>
                        <a:rPr sz="1275" b="1">
                          <a:solidFill>
                            <a:srgbClr val="FFFFFF"/>
                          </a:solidFill>
                          <a:latin typeface="Space Grotesk"/>
                          <a:ea typeface="Space Grotesk"/>
                          <a:cs typeface="Space Grotesk"/>
                        </a:rPr>
                        <a:t>Calidad medida en 1K</a:t>
                      </a:r>
                    </a:p>
                  </a:txBody>
                  <a:tcPr marL="76200" marR="66675" marT="28575" marB="28575" anchor="ctr">
                    <a:lnR w="5715">
                      <a:solidFill>
                        <a:srgbClr val="777475"/>
                      </a:solidFill>
                      <a:prstDash val="solid"/>
                    </a:lnR>
                    <a:lnT w="5715">
                      <a:solidFill>
                        <a:srgbClr val="777475"/>
                      </a:solidFill>
                      <a:prstDash val="solid"/>
                    </a:lnT>
                    <a:lnB w="5715">
                      <a:solidFill>
                        <a:srgbClr val="777475"/>
                      </a:solidFill>
                      <a:prstDash val="solid"/>
                    </a:lnB>
                    <a:solidFill>
                      <a:srgbClr val="4E4B4C"/>
                    </a:solidFill>
                  </a:tcPr>
                </a:tc>
              </a:tr>
              <a:tr h="276225">
                <a:tc>
                  <a:txBody>
                    <a:bodyPr wrap="square"/>
                    <a:lstStyle/>
                    <a:p>
                      <a:pPr algn="l"/>
                      <a:r>
                        <a:rPr sz="1275" b="0">
                          <a:solidFill>
                            <a:srgbClr val="EEEEEE"/>
                          </a:solidFill>
                          <a:latin typeface="Space Grotesk"/>
                          <a:ea typeface="Space Grotesk"/>
                          <a:cs typeface="Space Grotesk"/>
                        </a:rPr>
                        <a:t>Cuenta, 300 s, tres intentos</a:t>
                      </a:r>
                    </a:p>
                  </a:txBody>
                  <a:tcPr marL="76200" marR="66675" marT="28575" marB="28575" anchor="ctr">
                    <a:lnL w="5715">
                      <a:solidFill>
                        <a:srgbClr val="777475"/>
                      </a:solidFill>
                      <a:prstDash val="solid"/>
                    </a:lnL>
                    <a:lnR w="5715">
                      <a:solidFill>
                        <a:srgbClr val="777475"/>
                      </a:solidFill>
                      <a:prstDash val="solid"/>
                    </a:lnR>
                    <a:lnB w="5715">
                      <a:solidFill>
                        <a:srgbClr val="777475"/>
                      </a:solidFill>
                      <a:prstDash val="solid"/>
                    </a:lnB>
                    <a:solidFill>
                      <a:srgbClr val="565354"/>
                    </a:solidFill>
                  </a:tcPr>
                </a:tc>
                <a:tc>
                  <a:txBody>
                    <a:bodyPr wrap="square"/>
                    <a:lstStyle/>
                    <a:p>
                      <a:pPr algn="ctr"/>
                      <a:r>
                        <a:rPr sz="1275" b="0">
                          <a:solidFill>
                            <a:srgbClr val="EEEEEE"/>
                          </a:solidFill>
                          <a:latin typeface="Space Grotesk"/>
                          <a:ea typeface="Space Grotesk"/>
                          <a:cs typeface="Space Grotesk"/>
                        </a:rPr>
                        <a:t>Bloom: 0,600 % falsos positivos</a:t>
                      </a:r>
                    </a:p>
                  </a:txBody>
                  <a:tcPr marL="76200" marR="66675" marT="28575" marB="28575" anchor="ctr">
                    <a:lnR w="5715">
                      <a:solidFill>
                        <a:srgbClr val="777475"/>
                      </a:solidFill>
                      <a:prstDash val="solid"/>
                    </a:lnR>
                    <a:lnB w="5715">
                      <a:solidFill>
                        <a:srgbClr val="777475"/>
                      </a:solidFill>
                      <a:prstDash val="solid"/>
                    </a:lnB>
                    <a:solidFill>
                      <a:srgbClr val="565354"/>
                    </a:solidFill>
                  </a:tcPr>
                </a:tc>
              </a:tr>
              <a:tr h="276225">
                <a:tc>
                  <a:txBody>
                    <a:bodyPr wrap="square"/>
                    <a:lstStyle/>
                    <a:p>
                      <a:pPr algn="l"/>
                      <a:r>
                        <a:rPr sz="1275" b="0">
                          <a:solidFill>
                            <a:srgbClr val="EEEEEE"/>
                          </a:solidFill>
                          <a:latin typeface="Space Grotesk"/>
                          <a:ea typeface="Space Grotesk"/>
                          <a:cs typeface="Space Grotesk"/>
                        </a:rPr>
                        <a:t>Caducidad con marca de agua</a:t>
                      </a:r>
                    </a:p>
                  </a:txBody>
                  <a:tcPr marL="76200" marR="66675" marT="28575" marB="28575" anchor="ctr">
                    <a:lnL w="5715">
                      <a:solidFill>
                        <a:srgbClr val="777475"/>
                      </a:solidFill>
                      <a:prstDash val="solid"/>
                    </a:lnL>
                    <a:lnR w="5715">
                      <a:solidFill>
                        <a:srgbClr val="777475"/>
                      </a:solidFill>
                      <a:prstDash val="solid"/>
                    </a:lnR>
                    <a:lnB w="5715">
                      <a:solidFill>
                        <a:srgbClr val="777475"/>
                      </a:solidFill>
                      <a:prstDash val="solid"/>
                    </a:lnB>
                    <a:solidFill>
                      <a:srgbClr val="4E4B4C"/>
                    </a:solidFill>
                  </a:tcPr>
                </a:tc>
                <a:tc>
                  <a:txBody>
                    <a:bodyPr wrap="square"/>
                    <a:lstStyle/>
                    <a:p>
                      <a:pPr algn="ctr"/>
                      <a:r>
                        <a:rPr sz="1275" b="0">
                          <a:solidFill>
                            <a:srgbClr val="EEEEEE"/>
                          </a:solidFill>
                          <a:latin typeface="Space Grotesk"/>
                          <a:ea typeface="Space Grotesk"/>
                          <a:cs typeface="Space Grotesk"/>
                        </a:rPr>
                        <a:t>CMS: error absoluto medio 0,002976</a:t>
                      </a:r>
                    </a:p>
                  </a:txBody>
                  <a:tcPr marL="76200" marR="66675" marT="28575" marB="28575" anchor="ctr">
                    <a:lnR w="5715">
                      <a:solidFill>
                        <a:srgbClr val="777475"/>
                      </a:solidFill>
                      <a:prstDash val="solid"/>
                    </a:lnR>
                    <a:lnB w="5715">
                      <a:solidFill>
                        <a:srgbClr val="777475"/>
                      </a:solidFill>
                      <a:prstDash val="solid"/>
                    </a:lnB>
                    <a:solidFill>
                      <a:srgbClr val="4E4B4C"/>
                    </a:solidFill>
                  </a:tcPr>
                </a:tc>
              </a:tr>
            </a:tbl>
          </a:graphicData>
        </a:graphic>
      </p:graphicFrame>
      <p:sp>
        <p:nvSpPr>
          <p:cNvPr id="8" name="Alcance o fuente">
            <a:extLst xmlns:a="http://schemas.openxmlformats.org/drawingml/2006/main">
              <a:ext uri="{FF2B5EF4-FFF2-40B4-BE49-F238E27FC236}">
                <a16:creationId xmlns:a16="http://schemas.microsoft.com/office/drawing/2014/main" id="{2CF4870C-CA6B-41D0-AFDB-77E993ECB14F}"/>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EEEEEE"/>
                </a:solidFill>
                <a:latin typeface="Space Grotesk"/>
                <a:ea typeface="Space Grotesk"/>
                <a:cs typeface="Space Grotesk"/>
              </a:defRPr>
            </a:defPPr>
            <a:lvl1pPr algn="l">
              <a:defRPr sz="975" b="0">
                <a:solidFill>
                  <a:srgbClr val="EEEEEE"/>
                </a:solidFill>
                <a:latin typeface="Space Grotesk"/>
                <a:ea typeface="Space Grotesk"/>
                <a:cs typeface="Space Grotesk"/>
              </a:defRPr>
            </a:lvl1pPr>
            <a:lvl2pPr algn="l">
              <a:defRPr sz="975" b="0">
                <a:solidFill>
                  <a:srgbClr val="EEEEEE"/>
                </a:solidFill>
                <a:latin typeface="Space Grotesk"/>
                <a:ea typeface="Space Grotesk"/>
                <a:cs typeface="Space Grotesk"/>
              </a:defRPr>
            </a:lvl2pPr>
            <a:lvl3pPr algn="l">
              <a:defRPr sz="975" b="0">
                <a:solidFill>
                  <a:srgbClr val="EEEEEE"/>
                </a:solidFill>
                <a:latin typeface="Space Grotesk"/>
                <a:ea typeface="Space Grotesk"/>
                <a:cs typeface="Space Grotesk"/>
              </a:defRPr>
            </a:lvl3pPr>
            <a:lvl4pPr algn="l">
              <a:defRPr sz="975" b="0">
                <a:solidFill>
                  <a:srgbClr val="EEEEEE"/>
                </a:solidFill>
                <a:latin typeface="Space Grotesk"/>
                <a:ea typeface="Space Grotesk"/>
                <a:cs typeface="Space Grotesk"/>
              </a:defRPr>
            </a:lvl4pPr>
            <a:lvl5pPr algn="l">
              <a:defRPr sz="975" b="0">
                <a:solidFill>
                  <a:srgbClr val="EEEEEE"/>
                </a:solidFill>
                <a:latin typeface="Space Grotesk"/>
                <a:ea typeface="Space Grotesk"/>
                <a:cs typeface="Space Grotesk"/>
              </a:defRPr>
            </a:lvl5pPr>
            <a:lvl6pPr algn="l">
              <a:defRPr sz="975" b="0">
                <a:solidFill>
                  <a:srgbClr val="EEEEEE"/>
                </a:solidFill>
                <a:latin typeface="Space Grotesk"/>
                <a:ea typeface="Space Grotesk"/>
                <a:cs typeface="Space Grotesk"/>
              </a:defRPr>
            </a:lvl6pPr>
            <a:lvl7pPr algn="l">
              <a:defRPr sz="975" b="0">
                <a:solidFill>
                  <a:srgbClr val="EEEEEE"/>
                </a:solidFill>
                <a:latin typeface="Space Grotesk"/>
                <a:ea typeface="Space Grotesk"/>
                <a:cs typeface="Space Grotesk"/>
              </a:defRPr>
            </a:lvl7pPr>
            <a:lvl8pPr algn="l">
              <a:defRPr sz="975" b="0">
                <a:solidFill>
                  <a:srgbClr val="EEEEEE"/>
                </a:solidFill>
                <a:latin typeface="Space Grotesk"/>
                <a:ea typeface="Space Grotesk"/>
                <a:cs typeface="Space Grotesk"/>
              </a:defRPr>
            </a:lvl8pPr>
            <a:lvl9pPr algn="l">
              <a:defRPr sz="975" b="0">
                <a:solidFill>
                  <a:srgbClr val="EEEEEE"/>
                </a:solidFill>
                <a:latin typeface="Space Grotesk"/>
                <a:ea typeface="Space Grotesk"/>
                <a:cs typeface="Space Grotesk"/>
              </a:defRPr>
            </a:lvl9pPr>
          </a:lstStyle>
          <a:p xmlns:a="http://schemas.openxmlformats.org/drawingml/2006/main">
            <a:pPr algn="l">
              <a:defRPr sz="975" b="0">
                <a:solidFill>
                  <a:srgbClr val="EEEEEE"/>
                </a:solidFill>
                <a:latin typeface="Space Grotesk"/>
                <a:ea typeface="Space Grotesk"/>
                <a:cs typeface="Space Grotesk"/>
              </a:defRPr>
            </a:pPr>
            <a:r>
              <a:rPr sz="975" b="0">
                <a:solidFill>
                  <a:srgbClr val="EEEEEE"/>
                </a:solidFill>
                <a:latin typeface="Space Grotesk"/>
                <a:ea typeface="Space Grotesk"/>
                <a:cs typeface="Space Grotesk"/>
              </a:rPr>
              <a:t>La verificación exacta y la reconstrucción del CMS al caducar consumen recursos adicionales.</a:t>
            </a:r>
          </a:p>
        </p:txBody>
      </p:sp>
    </p:spTree>
    <p:extLst>
      <p:ext uri="{BB962C8B-B14F-4D97-AF65-F5344CB8AC3E}">
        <p14:creationId xmlns:p14="http://schemas.microsoft.com/office/powerpoint/2010/main" val="2404435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Título">
            <a:extLst xmlns:a="http://schemas.openxmlformats.org/drawingml/2006/main">
              <a:ext uri="{FF2B5EF4-FFF2-40B4-BE49-F238E27FC236}">
                <a16:creationId xmlns:a16="http://schemas.microsoft.com/office/drawing/2014/main" id="{58B26217-AB13-4008-9B38-DAF76D8575D7}"/>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MinHash y LSH recuperan canastas similares</a:t>
            </a:r>
          </a:p>
        </p:txBody>
      </p:sp>
      <p:sp>
        <p:nvSpPr>
          <p:cNvPr id="2" name="Número de diapositiva">
            <a:extLst xmlns:a="http://schemas.openxmlformats.org/drawingml/2006/main">
              <a:ext uri="{FF2B5EF4-FFF2-40B4-BE49-F238E27FC236}">
                <a16:creationId xmlns:a16="http://schemas.microsoft.com/office/drawing/2014/main" id="{686EB52F-E638-48F9-9FF0-15C3E1BEF36B}"/>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08</a:t>
            </a:r>
          </a:p>
        </p:txBody>
      </p:sp>
      <p:graphicFrame>
        <p:nvGraphicFramePr>
          <p:cNvPr id="3" name="">
            <a:extLst xmlns:a="http://schemas.openxmlformats.org/drawingml/2006/main">
              <a:ext uri="{FF2B5EF4-FFF2-40B4-BE49-F238E27FC236}">
                <a16:creationId xmlns:a16="http://schemas.microsoft.com/office/drawing/2014/main" id="{F6DD5717-2C92-4BB3-9EFE-507EA2D570E6}"/>
              </a:ext>
            </a:extLst>
          </p:cNvPr>
          <p:cNvGraphicFramePr/>
          <p:nvPr/>
        </p:nvGraphicFramePr>
        <p:xfrm>
          <a:off xmlns:a="http://schemas.openxmlformats.org/drawingml/2006/main" x="628650" y="1943100"/>
          <a:ext xmlns:a="http://schemas.openxmlformats.org/drawingml/2006/main" cx="7810500" cy="1095375"/>
        </p:xfrm>
        <a:graphic xmlns:a="http://schemas.openxmlformats.org/drawingml/2006/main">
          <a:graphicData uri="http://schemas.openxmlformats.org/drawingml/2006/table">
            <a:tbl>
              <a:tblPr/>
              <a:tblGrid>
                <a:gridCol w="2479524"/>
                <a:gridCol w="2479524"/>
                <a:gridCol w="2851452"/>
              </a:tblGrid>
              <a:tr h="365125">
                <a:tc>
                  <a:txBody>
                    <a:bodyPr wrap="square"/>
                    <a:lstStyle/>
                    <a:p>
                      <a:pPr algn="l"/>
                      <a:r>
                        <a:rPr sz="1425" b="1">
                          <a:solidFill>
                            <a:srgbClr val="FFFFFF"/>
                          </a:solidFill>
                          <a:latin typeface="Space Grotesk"/>
                          <a:ea typeface="Space Grotesk"/>
                          <a:cs typeface="Space Grotesk"/>
                        </a:rPr>
                        <a:t>Entrada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Representación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Recuperación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65125">
                <a:tc>
                  <a:txBody>
                    <a:bodyPr wrap="square"/>
                    <a:lstStyle/>
                    <a:p>
                      <a:pPr algn="l"/>
                      <a:r>
                        <a:rPr sz="1425" b="0">
                          <a:solidFill>
                            <a:srgbClr val="4E4B4C"/>
                          </a:solidFill>
                          <a:latin typeface="Space Grotesk"/>
                          <a:ea typeface="Space Grotesk"/>
                          <a:cs typeface="Space Grotesk"/>
                        </a:rPr>
                        <a:t>Productos por usuario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64 mínimos hash por firma</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16 bandas de cuatro filas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65125">
                <a:tc>
                  <a:txBody>
                    <a:bodyPr wrap="square"/>
                    <a:lstStyle/>
                    <a:p>
                      <a:pPr algn="l"/>
                      <a:r>
                        <a:rPr sz="1425" b="0">
                          <a:solidFill>
                            <a:srgbClr val="4E4B4C"/>
                          </a:solidFill>
                          <a:latin typeface="Space Grotesk"/>
                          <a:ea typeface="Space Grotesk"/>
                          <a:cs typeface="Space Grotesk"/>
                        </a:rPr>
                        <a:t>Conjuntos de interacción por sesión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Misma población en el benchmark</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Control con Jaccard exacto</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Texto">
            <a:extLst xmlns:a="http://schemas.openxmlformats.org/drawingml/2006/main">
              <a:ext uri="{FF2B5EF4-FFF2-40B4-BE49-F238E27FC236}">
                <a16:creationId xmlns:a16="http://schemas.microsoft.com/office/drawing/2014/main" id="{800F602F-DBCD-4025-A66F-18CDD92454B8}"/>
              </a:ext>
            </a:extLst>
          </p:cNvPr>
          <p:cNvSpPr>
            <a:spLocks xmlns:a="http://schemas.openxmlformats.org/drawingml/2006/main" noGrp="1"/>
          </p:cNvSpPr>
          <p:nvPr/>
        </p:nvSpPr>
        <p:spPr>
          <a:xfrm xmlns:a="http://schemas.openxmlformats.org/drawingml/2006/main">
            <a:off x="628650" y="33813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Ejemplo didáctico</a:t>
            </a:r>
          </a:p>
        </p:txBody>
      </p:sp>
      <p:sp>
        <p:nvSpPr>
          <p:cNvPr id="5" name="Texto">
            <a:extLst xmlns:a="http://schemas.openxmlformats.org/drawingml/2006/main">
              <a:ext uri="{FF2B5EF4-FFF2-40B4-BE49-F238E27FC236}">
                <a16:creationId xmlns:a16="http://schemas.microsoft.com/office/drawing/2014/main" id="{08ABC6C9-BAF6-4C63-A886-7375CA6F947A}"/>
              </a:ext>
            </a:extLst>
          </p:cNvPr>
          <p:cNvSpPr>
            <a:spLocks xmlns:a="http://schemas.openxmlformats.org/drawingml/2006/main" noGrp="1"/>
          </p:cNvSpPr>
          <p:nvPr/>
        </p:nvSpPr>
        <p:spPr>
          <a:xfrm xmlns:a="http://schemas.openxmlformats.org/drawingml/2006/main">
            <a:off x="628650" y="3733800"/>
            <a:ext cx="3552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4E4B4C"/>
                </a:solidFill>
                <a:latin typeface="Space Grotesk"/>
                <a:ea typeface="Space Grotesk"/>
                <a:cs typeface="Space Grotesk"/>
              </a:defRPr>
            </a:defPPr>
            <a:lvl1pPr algn="l">
              <a:defRPr sz="1725" b="0">
                <a:solidFill>
                  <a:srgbClr val="4E4B4C"/>
                </a:solidFill>
                <a:latin typeface="Space Grotesk"/>
                <a:ea typeface="Space Grotesk"/>
                <a:cs typeface="Space Grotesk"/>
              </a:defRPr>
            </a:lvl1pPr>
            <a:lvl2pPr algn="l">
              <a:defRPr sz="1725" b="0">
                <a:solidFill>
                  <a:srgbClr val="4E4B4C"/>
                </a:solidFill>
                <a:latin typeface="Space Grotesk"/>
                <a:ea typeface="Space Grotesk"/>
                <a:cs typeface="Space Grotesk"/>
              </a:defRPr>
            </a:lvl2pPr>
            <a:lvl3pPr algn="l">
              <a:defRPr sz="1725" b="0">
                <a:solidFill>
                  <a:srgbClr val="4E4B4C"/>
                </a:solidFill>
                <a:latin typeface="Space Grotesk"/>
                <a:ea typeface="Space Grotesk"/>
                <a:cs typeface="Space Grotesk"/>
              </a:defRPr>
            </a:lvl3pPr>
            <a:lvl4pPr algn="l">
              <a:defRPr sz="1725" b="0">
                <a:solidFill>
                  <a:srgbClr val="4E4B4C"/>
                </a:solidFill>
                <a:latin typeface="Space Grotesk"/>
                <a:ea typeface="Space Grotesk"/>
                <a:cs typeface="Space Grotesk"/>
              </a:defRPr>
            </a:lvl4pPr>
            <a:lvl5pPr algn="l">
              <a:defRPr sz="1725" b="0">
                <a:solidFill>
                  <a:srgbClr val="4E4B4C"/>
                </a:solidFill>
                <a:latin typeface="Space Grotesk"/>
                <a:ea typeface="Space Grotesk"/>
                <a:cs typeface="Space Grotesk"/>
              </a:defRPr>
            </a:lvl5pPr>
            <a:lvl6pPr algn="l">
              <a:defRPr sz="1725" b="0">
                <a:solidFill>
                  <a:srgbClr val="4E4B4C"/>
                </a:solidFill>
                <a:latin typeface="Space Grotesk"/>
                <a:ea typeface="Space Grotesk"/>
                <a:cs typeface="Space Grotesk"/>
              </a:defRPr>
            </a:lvl6pPr>
            <a:lvl7pPr algn="l">
              <a:defRPr sz="1725" b="0">
                <a:solidFill>
                  <a:srgbClr val="4E4B4C"/>
                </a:solidFill>
                <a:latin typeface="Space Grotesk"/>
                <a:ea typeface="Space Grotesk"/>
                <a:cs typeface="Space Grotesk"/>
              </a:defRPr>
            </a:lvl7pPr>
            <a:lvl8pPr algn="l">
              <a:defRPr sz="1725" b="0">
                <a:solidFill>
                  <a:srgbClr val="4E4B4C"/>
                </a:solidFill>
                <a:latin typeface="Space Grotesk"/>
                <a:ea typeface="Space Grotesk"/>
                <a:cs typeface="Space Grotesk"/>
              </a:defRPr>
            </a:lvl8pPr>
            <a:lvl9pPr algn="l">
              <a:defRPr sz="1725" b="0">
                <a:solidFill>
                  <a:srgbClr val="4E4B4C"/>
                </a:solidFill>
                <a:latin typeface="Space Grotesk"/>
                <a:ea typeface="Space Grotesk"/>
                <a:cs typeface="Space Grotesk"/>
              </a:defRPr>
            </a:lvl9pPr>
          </a:lstStyle>
          <a:p xmlns:a="http://schemas.openxmlformats.org/drawingml/2006/main">
            <a:pPr algn="l">
              <a:defRPr sz="1725" b="0">
                <a:solidFill>
                  <a:srgbClr val="4E4B4C"/>
                </a:solidFill>
                <a:latin typeface="Space Grotesk"/>
                <a:ea typeface="Space Grotesk"/>
                <a:cs typeface="Space Grotesk"/>
              </a:defRPr>
            </a:pPr>
            <a:r>
              <a:rPr sz="1725" b="0">
                <a:solidFill>
                  <a:srgbClr val="4E4B4C"/>
                </a:solidFill>
                <a:latin typeface="Space Grotesk"/>
                <a:ea typeface="Space Grotesk"/>
                <a:cs typeface="Space Grotesk"/>
              </a:rPr>
              <a:t>{A, B, C} y {B, C, D}</a:t>
            </a:r>
          </a:p>
          <a:p xmlns:a="http://schemas.openxmlformats.org/drawingml/2006/main">
            <a:pPr algn="l">
              <a:defRPr sz="1725" b="0">
                <a:solidFill>
                  <a:srgbClr val="4E4B4C"/>
                </a:solidFill>
                <a:latin typeface="Space Grotesk"/>
                <a:ea typeface="Space Grotesk"/>
                <a:cs typeface="Space Grotesk"/>
              </a:defRPr>
            </a:pPr>
            <a:r>
              <a:rPr sz="1725" b="0">
                <a:solidFill>
                  <a:srgbClr val="4E4B4C"/>
                </a:solidFill>
                <a:latin typeface="Space Grotesk"/>
                <a:ea typeface="Space Grotesk"/>
                <a:cs typeface="Space Grotesk"/>
              </a:rPr>
              <a:t>Jaccard = 2 / 4 = 0,5</a:t>
            </a:r>
          </a:p>
        </p:txBody>
      </p:sp>
      <p:sp>
        <p:nvSpPr>
          <p:cNvPr id="6" name="Texto">
            <a:extLst xmlns:a="http://schemas.openxmlformats.org/drawingml/2006/main">
              <a:ext uri="{FF2B5EF4-FFF2-40B4-BE49-F238E27FC236}">
                <a16:creationId xmlns:a16="http://schemas.microsoft.com/office/drawing/2014/main" id="{99954B5E-D5E0-4889-B44B-0AC0FB9B540B}"/>
              </a:ext>
            </a:extLst>
          </p:cNvPr>
          <p:cNvSpPr>
            <a:spLocks xmlns:a="http://schemas.openxmlformats.org/drawingml/2006/main" noGrp="1"/>
          </p:cNvSpPr>
          <p:nvPr/>
        </p:nvSpPr>
        <p:spPr>
          <a:xfrm xmlns:a="http://schemas.openxmlformats.org/drawingml/2006/main">
            <a:off x="4810125" y="33813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Resultado de la carga 1K</a:t>
            </a:r>
          </a:p>
        </p:txBody>
      </p:sp>
      <p:sp>
        <p:nvSpPr>
          <p:cNvPr id="7" name="Texto">
            <a:extLst xmlns:a="http://schemas.openxmlformats.org/drawingml/2006/main">
              <a:ext uri="{FF2B5EF4-FFF2-40B4-BE49-F238E27FC236}">
                <a16:creationId xmlns:a16="http://schemas.microsoft.com/office/drawing/2014/main" id="{07256501-87FD-4A3A-88BC-FE93514DD442}"/>
              </a:ext>
            </a:extLst>
          </p:cNvPr>
          <p:cNvSpPr>
            <a:spLocks xmlns:a="http://schemas.openxmlformats.org/drawingml/2006/main" noGrp="1"/>
          </p:cNvSpPr>
          <p:nvPr/>
        </p:nvSpPr>
        <p:spPr>
          <a:xfrm xmlns:a="http://schemas.openxmlformats.org/drawingml/2006/main">
            <a:off x="4810125" y="3733800"/>
            <a:ext cx="3667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307 conjuntos, cinco consultas</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Recall = 1,000 y precisión = 1,000</a:t>
            </a:r>
          </a:p>
        </p:txBody>
      </p:sp>
      <p:sp>
        <p:nvSpPr>
          <p:cNvPr id="8" name="Alcance o fuente">
            <a:extLst xmlns:a="http://schemas.openxmlformats.org/drawingml/2006/main">
              <a:ext uri="{FF2B5EF4-FFF2-40B4-BE49-F238E27FC236}">
                <a16:creationId xmlns:a16="http://schemas.microsoft.com/office/drawing/2014/main" id="{3651088E-CAC1-49CE-8A54-B4DF592E9B23}"/>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La consulta LSH depende de los buckets y candidatos. Una sesión de actividad no equivale a una orden.</a:t>
            </a:r>
          </a:p>
        </p:txBody>
      </p:sp>
    </p:spTree>
    <p:extLst>
      <p:ext uri="{BB962C8B-B14F-4D97-AF65-F5344CB8AC3E}">
        <p14:creationId xmlns:p14="http://schemas.microsoft.com/office/powerpoint/2010/main" val="86455906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Título">
            <a:extLst xmlns:a="http://schemas.openxmlformats.org/drawingml/2006/main">
              <a:ext uri="{FF2B5EF4-FFF2-40B4-BE49-F238E27FC236}">
                <a16:creationId xmlns:a16="http://schemas.microsoft.com/office/drawing/2014/main" id="{EE1DEF26-9839-4EF5-B1D4-F63499E1CCC0}"/>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HNSW separa construcción y consulta</a:t>
            </a:r>
          </a:p>
        </p:txBody>
      </p:sp>
      <p:sp>
        <p:nvSpPr>
          <p:cNvPr id="2" name="Número de diapositiva">
            <a:extLst xmlns:a="http://schemas.openxmlformats.org/drawingml/2006/main">
              <a:ext uri="{FF2B5EF4-FFF2-40B4-BE49-F238E27FC236}">
                <a16:creationId xmlns:a16="http://schemas.microsoft.com/office/drawing/2014/main" id="{5D154068-CECE-40DA-8C38-090F27FC88C0}"/>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09</a:t>
            </a:r>
          </a:p>
        </p:txBody>
      </p:sp>
      <p:graphicFrame>
        <p:nvGraphicFramePr>
          <p:cNvPr id="3" name="Chart">
            <a:extLst xmlns:a="http://schemas.openxmlformats.org/drawingml/2006/main">
              <a:ext uri="{FF2B5EF4-FFF2-40B4-BE49-F238E27FC236}">
                <a16:creationId xmlns:a16="http://schemas.microsoft.com/office/drawing/2014/main" id="{1EA9AE5F-9FA9-4DFB-9EB0-035345C82BD3}"/>
              </a:ext>
            </a:extLst>
          </p:cNvPr>
          <p:cNvGraphicFramePr/>
          <p:nvPr/>
        </p:nvGraphicFramePr>
        <p:xfrm>
          <a:off xmlns:a="http://schemas.openxmlformats.org/drawingml/2006/main" x="552450" y="1981200"/>
          <a:ext xmlns:a="http://schemas.openxmlformats.org/drawingml/2006/main" cx="4429125" cy="2133600"/>
        </p:xfrm>
        <a:graphic xmlns:a="http://schemas.openxmlformats.org/drawingml/2006/main">
          <a:graphicData uri="http://schemas.openxmlformats.org/drawingml/2006/chart">
            <c:chart xmlns:r="http://schemas.openxmlformats.org/officeDocument/2006/relationships" xmlns:c="http://schemas.openxmlformats.org/drawingml/2006/chart" r:id="Rb37cb3e513e84731"/>
          </a:graphicData>
        </a:graphic>
      </p:graphicFrame>
      <p:sp>
        <p:nvSpPr>
          <p:cNvPr id="4" name="Texto">
            <a:extLst xmlns:a="http://schemas.openxmlformats.org/drawingml/2006/main">
              <a:ext uri="{FF2B5EF4-FFF2-40B4-BE49-F238E27FC236}">
                <a16:creationId xmlns:a16="http://schemas.microsoft.com/office/drawing/2014/main" id="{1E6C439A-7AFB-4445-92C0-07DFE761C209}"/>
              </a:ext>
            </a:extLst>
          </p:cNvPr>
          <p:cNvSpPr>
            <a:spLocks xmlns:a="http://schemas.openxmlformats.org/drawingml/2006/main" noGrp="1"/>
          </p:cNvSpPr>
          <p:nvPr/>
        </p:nvSpPr>
        <p:spPr>
          <a:xfrm xmlns:a="http://schemas.openxmlformats.org/drawingml/2006/main">
            <a:off x="5286375" y="1962150"/>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672 productos</a:t>
            </a:r>
          </a:p>
        </p:txBody>
      </p:sp>
      <p:sp>
        <p:nvSpPr>
          <p:cNvPr id="5" name="Texto">
            <a:extLst xmlns:a="http://schemas.openxmlformats.org/drawingml/2006/main">
              <a:ext uri="{FF2B5EF4-FFF2-40B4-BE49-F238E27FC236}">
                <a16:creationId xmlns:a16="http://schemas.microsoft.com/office/drawing/2014/main" id="{A6C0C91D-DE41-40FA-92C4-EA1201EACD57}"/>
              </a:ext>
            </a:extLst>
          </p:cNvPr>
          <p:cNvSpPr>
            <a:spLocks xmlns:a="http://schemas.openxmlformats.org/drawingml/2006/main" noGrp="1"/>
          </p:cNvSpPr>
          <p:nvPr/>
        </p:nvSpPr>
        <p:spPr>
          <a:xfrm xmlns:a="http://schemas.openxmlformats.org/drawingml/2006/main">
            <a:off x="5286375" y="2381250"/>
            <a:ext cx="31146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17 dimensiones, M = 8</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ef_search = 32</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Recall@5 = 1,000</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Construcción HNSW</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1.423,186 ± 40,834 ms</a:t>
            </a:r>
          </a:p>
        </p:txBody>
      </p:sp>
      <p:sp>
        <p:nvSpPr>
          <p:cNvPr id="6" name="Alcance o fuente">
            <a:extLst xmlns:a="http://schemas.openxmlformats.org/drawingml/2006/main">
              <a:ext uri="{FF2B5EF4-FFF2-40B4-BE49-F238E27FC236}">
                <a16:creationId xmlns:a16="http://schemas.microsoft.com/office/drawing/2014/main" id="{1014EF8B-DB0B-476A-8FA4-EE34BB9DB16C}"/>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100 repeticiones, cinco consultas fijas y semilla 42. El índice requiere reutilización para amortizar su construcción.</a:t>
            </a:r>
          </a:p>
        </p:txBody>
      </p:sp>
    </p:spTree>
    <p:extLst>
      <p:ext uri="{BB962C8B-B14F-4D97-AF65-F5344CB8AC3E}">
        <p14:creationId xmlns:p14="http://schemas.microsoft.com/office/powerpoint/2010/main" val="8645590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Título">
            <a:extLst xmlns:a="http://schemas.openxmlformats.org/drawingml/2006/main">
              <a:ext uri="{FF2B5EF4-FFF2-40B4-BE49-F238E27FC236}">
                <a16:creationId xmlns:a16="http://schemas.microsoft.com/office/drawing/2014/main" id="{FBD0648C-5DA1-4E5B-8F22-A8532CC050E8}"/>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Co-compra, influencia y comunidades</a:t>
            </a:r>
          </a:p>
        </p:txBody>
      </p:sp>
      <p:sp>
        <p:nvSpPr>
          <p:cNvPr id="2" name="Número de diapositiva">
            <a:extLst xmlns:a="http://schemas.openxmlformats.org/drawingml/2006/main">
              <a:ext uri="{FF2B5EF4-FFF2-40B4-BE49-F238E27FC236}">
                <a16:creationId xmlns:a16="http://schemas.microsoft.com/office/drawing/2014/main" id="{5559C197-EFFB-41CE-ACE1-FCD2E5A8D38F}"/>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10</a:t>
            </a:r>
          </a:p>
        </p:txBody>
      </p:sp>
      <p:sp>
        <p:nvSpPr>
          <p:cNvPr id="3" name="Texto">
            <a:extLst xmlns:a="http://schemas.openxmlformats.org/drawingml/2006/main">
              <a:ext uri="{FF2B5EF4-FFF2-40B4-BE49-F238E27FC236}">
                <a16:creationId xmlns:a16="http://schemas.microsoft.com/office/drawing/2014/main" id="{63936B83-5DE7-4616-90CB-736551B4C295}"/>
              </a:ext>
            </a:extLst>
          </p:cNvPr>
          <p:cNvSpPr>
            <a:spLocks xmlns:a="http://schemas.openxmlformats.org/drawingml/2006/main" noGrp="1"/>
          </p:cNvSpPr>
          <p:nvPr/>
        </p:nvSpPr>
        <p:spPr>
          <a:xfrm xmlns:a="http://schemas.openxmlformats.org/drawingml/2006/main">
            <a:off x="628650" y="181927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Una orden explícita enlaza productos y aumenta el peso de co-compra.</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El experimento 1K usa órdenes simuladas: 672 nodos y 997 aristas.</a:t>
            </a:r>
          </a:p>
        </p:txBody>
      </p:sp>
      <p:graphicFrame>
        <p:nvGraphicFramePr>
          <p:cNvPr id="4" name="">
            <a:extLst xmlns:a="http://schemas.openxmlformats.org/drawingml/2006/main">
              <a:ext uri="{FF2B5EF4-FFF2-40B4-BE49-F238E27FC236}">
                <a16:creationId xmlns:a16="http://schemas.microsoft.com/office/drawing/2014/main" id="{D1EC487D-96A9-49E1-9E64-7CBE73F99FA6}"/>
              </a:ext>
            </a:extLst>
          </p:cNvPr>
          <p:cNvGraphicFramePr/>
          <p:nvPr/>
        </p:nvGraphicFramePr>
        <p:xfrm>
          <a:off xmlns:a="http://schemas.openxmlformats.org/drawingml/2006/main" x="628650" y="2676525"/>
          <a:ext xmlns:a="http://schemas.openxmlformats.org/drawingml/2006/main" cx="7810500" cy="1428750"/>
        </p:xfrm>
        <a:graphic xmlns:a="http://schemas.openxmlformats.org/drawingml/2006/main">
          <a:graphicData uri="http://schemas.openxmlformats.org/drawingml/2006/table">
            <a:tbl>
              <a:tblPr/>
              <a:tblGrid>
                <a:gridCol w="1905000"/>
                <a:gridCol w="2952750"/>
                <a:gridCol w="2952750"/>
              </a:tblGrid>
              <a:tr h="357188">
                <a:tc>
                  <a:txBody>
                    <a:bodyPr wrap="square"/>
                    <a:lstStyle/>
                    <a:p>
                      <a:pPr algn="l"/>
                      <a:r>
                        <a:rPr sz="1350" b="1">
                          <a:solidFill>
                            <a:srgbClr val="FFFFFF"/>
                          </a:solidFill>
                          <a:latin typeface="Space Grotesk"/>
                          <a:ea typeface="Space Grotesk"/>
                          <a:cs typeface="Space Grotesk"/>
                        </a:rPr>
                        <a:t>Método</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Qué aporta</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Calidad medida</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57188">
                <a:tc>
                  <a:txBody>
                    <a:bodyPr wrap="square"/>
                    <a:lstStyle/>
                    <a:p>
                      <a:pPr algn="l"/>
                      <a:r>
                        <a:rPr sz="1350" b="0">
                          <a:solidFill>
                            <a:srgbClr val="4E4B4C"/>
                          </a:solidFill>
                          <a:latin typeface="Space Grotesk"/>
                          <a:ea typeface="Space Grotesk"/>
                          <a:cs typeface="Space Grotesk"/>
                        </a:rPr>
                        <a:t>PageRank</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Influencia global ponderada</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Top-20 coincide 90 % con grado</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57188">
                <a:tc>
                  <a:txBody>
                    <a:bodyPr wrap="square"/>
                    <a:lstStyle/>
                    <a:p>
                      <a:pPr algn="l"/>
                      <a:r>
                        <a:rPr sz="1350" b="0">
                          <a:solidFill>
                            <a:srgbClr val="4E4B4C"/>
                          </a:solidFill>
                          <a:latin typeface="Space Grotesk"/>
                          <a:ea typeface="Space Grotesk"/>
                          <a:cs typeface="Space Grotesk"/>
                        </a:rPr>
                        <a:t>Louvain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Comunidades por modularidad</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Q = 0,868 ± 0,001</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57188">
                <a:tc>
                  <a:txBody>
                    <a:bodyPr wrap="square"/>
                    <a:lstStyle/>
                    <a:p>
                      <a:pPr algn="l"/>
                      <a:r>
                        <a:rPr sz="1350" b="0">
                          <a:solidFill>
                            <a:srgbClr val="4E4B4C"/>
                          </a:solidFill>
                          <a:latin typeface="Space Grotesk"/>
                          <a:ea typeface="Space Grotesk"/>
                          <a:cs typeface="Space Grotesk"/>
                        </a:rPr>
                        <a:t>Propagación de etiquetas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Alternativa simple de agrupación</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Q = 0,673 ± 0,008</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bl>
          </a:graphicData>
        </a:graphic>
      </p:graphicFrame>
      <p:sp>
        <p:nvSpPr>
          <p:cNvPr id="5" name="Alcance o fuente">
            <a:extLst xmlns:a="http://schemas.openxmlformats.org/drawingml/2006/main">
              <a:ext uri="{FF2B5EF4-FFF2-40B4-BE49-F238E27FC236}">
                <a16:creationId xmlns:a16="http://schemas.microsoft.com/office/drawing/2014/main" id="{CEB53054-3E32-41B1-9A30-BF1FA21AE32E}"/>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ARI de estabilidad: Louvain 0,723 ± 0,064; etiquetas 0,562 ± 0,051. Comparación contra la primera corrida.</a:t>
            </a:r>
          </a:p>
        </p:txBody>
      </p:sp>
    </p:spTree>
    <p:extLst>
      <p:ext uri="{BB962C8B-B14F-4D97-AF65-F5344CB8AC3E}">
        <p14:creationId xmlns:p14="http://schemas.microsoft.com/office/powerpoint/2010/main" val="8645590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49B3CC5B-4A1E-40A6-8A73-42E10990DDFA}"/>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Metodología experimental</a:t>
            </a:r>
          </a:p>
        </p:txBody>
      </p:sp>
      <p:sp>
        <p:nvSpPr>
          <p:cNvPr id="2" name="Número de diapositiva">
            <a:extLst xmlns:a="http://schemas.openxmlformats.org/drawingml/2006/main">
              <a:ext uri="{FF2B5EF4-FFF2-40B4-BE49-F238E27FC236}">
                <a16:creationId xmlns:a16="http://schemas.microsoft.com/office/drawing/2014/main" id="{18916474-2D17-4BFE-A807-57085BCF11DF}"/>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11</a:t>
            </a:r>
          </a:p>
        </p:txBody>
      </p:sp>
      <p:graphicFrame>
        <p:nvGraphicFramePr>
          <p:cNvPr id="3" name="">
            <a:extLst xmlns:a="http://schemas.openxmlformats.org/drawingml/2006/main">
              <a:ext uri="{FF2B5EF4-FFF2-40B4-BE49-F238E27FC236}">
                <a16:creationId xmlns:a16="http://schemas.microsoft.com/office/drawing/2014/main" id="{78207AF2-30C6-45FF-AA10-4D6FC3BF2C87}"/>
              </a:ext>
            </a:extLst>
          </p:cNvPr>
          <p:cNvGraphicFramePr/>
          <p:nvPr/>
        </p:nvGraphicFramePr>
        <p:xfrm>
          <a:off xmlns:a="http://schemas.openxmlformats.org/drawingml/2006/main" x="628650" y="1857375"/>
          <a:ext xmlns:a="http://schemas.openxmlformats.org/drawingml/2006/main" cx="7810500" cy="2352675"/>
        </p:xfrm>
        <a:graphic xmlns:a="http://schemas.openxmlformats.org/drawingml/2006/main">
          <a:graphicData uri="http://schemas.openxmlformats.org/drawingml/2006/table">
            <a:tbl>
              <a:tblPr/>
              <a:tblGrid>
                <a:gridCol w="2110946"/>
                <a:gridCol w="5699554"/>
              </a:tblGrid>
              <a:tr h="336096">
                <a:tc>
                  <a:txBody>
                    <a:bodyPr wrap="square"/>
                    <a:lstStyle/>
                    <a:p>
                      <a:pPr algn="l"/>
                      <a:r>
                        <a:rPr sz="1350" b="1">
                          <a:solidFill>
                            <a:srgbClr val="FFFFFF"/>
                          </a:solidFill>
                          <a:latin typeface="Space Grotesk"/>
                          <a:ea typeface="Space Grotesk"/>
                          <a:cs typeface="Space Grotesk"/>
                        </a:rPr>
                        <a:t>Aspecto</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Configuración registrada</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36096">
                <a:tc>
                  <a:txBody>
                    <a:bodyPr wrap="square"/>
                    <a:lstStyle/>
                    <a:p>
                      <a:pPr algn="l"/>
                      <a:r>
                        <a:rPr sz="1350" b="0">
                          <a:solidFill>
                            <a:srgbClr val="4E4B4C"/>
                          </a:solidFill>
                          <a:latin typeface="Space Grotesk"/>
                          <a:ea typeface="Space Grotesk"/>
                          <a:cs typeface="Space Grotesk"/>
                        </a:rPr>
                        <a:t>Entorno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Windows-11-10.0.26200-SP0, Python 3.14.4</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36096">
                <a:tc>
                  <a:txBody>
                    <a:bodyPr wrap="square"/>
                    <a:lstStyle/>
                    <a:p>
                      <a:pPr algn="l"/>
                      <a:r>
                        <a:rPr sz="1350" b="0">
                          <a:solidFill>
                            <a:srgbClr val="4E4B4C"/>
                          </a:solidFill>
                          <a:latin typeface="Space Grotesk"/>
                          <a:ea typeface="Space Grotesk"/>
                          <a:cs typeface="Space Grotesk"/>
                        </a:rPr>
                        <a:t>Carga estadística</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1K, 100 repeticiones, 19 algoritmos o controles</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36096">
                <a:tc>
                  <a:txBody>
                    <a:bodyPr wrap="square"/>
                    <a:lstStyle/>
                    <a:p>
                      <a:pPr algn="l"/>
                      <a:r>
                        <a:rPr sz="1350" b="0">
                          <a:solidFill>
                            <a:srgbClr val="4E4B4C"/>
                          </a:solidFill>
                          <a:latin typeface="Space Grotesk"/>
                          <a:ea typeface="Space Grotesk"/>
                          <a:cs typeface="Space Grotesk"/>
                        </a:rPr>
                        <a:t>Poblaciones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1.000 eventos, 672 vectores, 307 conjuntos</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36096">
                <a:tc>
                  <a:txBody>
                    <a:bodyPr wrap="square"/>
                    <a:lstStyle/>
                    <a:p>
                      <a:pPr algn="l"/>
                      <a:r>
                        <a:rPr sz="1350" b="0">
                          <a:solidFill>
                            <a:srgbClr val="4E4B4C"/>
                          </a:solidFill>
                          <a:latin typeface="Space Grotesk"/>
                          <a:ea typeface="Space Grotesk"/>
                          <a:cs typeface="Space Grotesk"/>
                        </a:rPr>
                        <a:t>Control</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Misma entrada y mismas consultas por familia</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36096">
                <a:tc>
                  <a:txBody>
                    <a:bodyPr wrap="square"/>
                    <a:lstStyle/>
                    <a:p>
                      <a:pPr algn="l"/>
                      <a:r>
                        <a:rPr sz="1350" b="0">
                          <a:solidFill>
                            <a:srgbClr val="4E4B4C"/>
                          </a:solidFill>
                          <a:latin typeface="Space Grotesk"/>
                          <a:ea typeface="Space Grotesk"/>
                          <a:cs typeface="Space Grotesk"/>
                        </a:rPr>
                        <a:t>Medición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Media y desviación muestral, calidad y memoria</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36096">
                <a:tc>
                  <a:txBody>
                    <a:bodyPr wrap="square"/>
                    <a:lstStyle/>
                    <a:p>
                      <a:pPr algn="l"/>
                      <a:r>
                        <a:rPr sz="1350" b="0">
                          <a:solidFill>
                            <a:srgbClr val="4E4B4C"/>
                          </a:solidFill>
                          <a:latin typeface="Space Grotesk"/>
                          <a:ea typeface="Space Grotesk"/>
                          <a:cs typeface="Space Grotesk"/>
                        </a:rPr>
                        <a:t>Trazabilidad</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Datos crudos, parámetros, versiones, semilla y SHA-256</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A6DB92A7-B343-455D-92E7-B965169B0689}"/>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tracemalloc mide asignaciones Python. RSS antes y después no es un pico nativo. Las pausas del visor quedan fuera.</a:t>
            </a:r>
          </a:p>
        </p:txBody>
      </p:sp>
    </p:spTree>
    <p:extLst>
      <p:ext uri="{BB962C8B-B14F-4D97-AF65-F5344CB8AC3E}">
        <p14:creationId xmlns:p14="http://schemas.microsoft.com/office/powerpoint/2010/main" val="86455906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2ECD9FF6-89D2-4AA9-BA5E-2B817B2D826A}"/>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Comparaciones de rendimiento en 1K</a:t>
            </a:r>
          </a:p>
        </p:txBody>
      </p:sp>
      <p:sp>
        <p:nvSpPr>
          <p:cNvPr id="2" name="Número de diapositiva">
            <a:extLst xmlns:a="http://schemas.openxmlformats.org/drawingml/2006/main">
              <a:ext uri="{FF2B5EF4-FFF2-40B4-BE49-F238E27FC236}">
                <a16:creationId xmlns:a16="http://schemas.microsoft.com/office/drawing/2014/main" id="{B5DA1089-3160-4693-9D5C-0A479C7F4879}"/>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12</a:t>
            </a:r>
          </a:p>
        </p:txBody>
      </p:sp>
      <p:graphicFrame>
        <p:nvGraphicFramePr>
          <p:cNvPr id="3" name="">
            <a:extLst xmlns:a="http://schemas.openxmlformats.org/drawingml/2006/main">
              <a:ext uri="{FF2B5EF4-FFF2-40B4-BE49-F238E27FC236}">
                <a16:creationId xmlns:a16="http://schemas.microsoft.com/office/drawing/2014/main" id="{79E72064-5A38-446F-9262-4C77E65C156D}"/>
              </a:ext>
            </a:extLst>
          </p:cNvPr>
          <p:cNvGraphicFramePr/>
          <p:nvPr/>
        </p:nvGraphicFramePr>
        <p:xfrm>
          <a:off xmlns:a="http://schemas.openxmlformats.org/drawingml/2006/main" x="628650" y="1857375"/>
          <a:ext xmlns:a="http://schemas.openxmlformats.org/drawingml/2006/main" cx="7810500" cy="2286000"/>
        </p:xfrm>
        <a:graphic xmlns:a="http://schemas.openxmlformats.org/drawingml/2006/main">
          <a:graphicData uri="http://schemas.openxmlformats.org/drawingml/2006/table">
            <a:tbl>
              <a:tblPr/>
              <a:tblGrid>
                <a:gridCol w="1837765"/>
                <a:gridCol w="1990912"/>
                <a:gridCol w="1990912"/>
                <a:gridCol w="1990912"/>
              </a:tblGrid>
              <a:tr h="326571">
                <a:tc>
                  <a:txBody>
                    <a:bodyPr wrap="square"/>
                    <a:lstStyle/>
                    <a:p>
                      <a:pPr algn="l"/>
                      <a:r>
                        <a:rPr sz="1238" b="1">
                          <a:solidFill>
                            <a:srgbClr val="FFFFFF"/>
                          </a:solidFill>
                          <a:latin typeface="Space Grotesk"/>
                          <a:ea typeface="Space Grotesk"/>
                          <a:cs typeface="Space Grotesk"/>
                        </a:rPr>
                        <a:t>Método A / control B</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238" b="1">
                          <a:solidFill>
                            <a:srgbClr val="FFFFFF"/>
                          </a:solidFill>
                          <a:latin typeface="Space Grotesk"/>
                          <a:ea typeface="Space Grotesk"/>
                          <a:cs typeface="Space Grotesk"/>
                        </a:rPr>
                        <a:t>Total A en ms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238" b="1">
                          <a:solidFill>
                            <a:srgbClr val="FFFFFF"/>
                          </a:solidFill>
                          <a:latin typeface="Space Grotesk"/>
                          <a:ea typeface="Space Grotesk"/>
                          <a:cs typeface="Space Grotesk"/>
                        </a:rPr>
                        <a:t>Total B en ms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238" b="1">
                          <a:solidFill>
                            <a:srgbClr val="FFFFFF"/>
                          </a:solidFill>
                          <a:latin typeface="Space Grotesk"/>
                          <a:ea typeface="Space Grotesk"/>
                          <a:cs typeface="Space Grotesk"/>
                        </a:rPr>
                        <a:t>Pico A / B en KiB</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26571">
                <a:tc>
                  <a:txBody>
                    <a:bodyPr wrap="square"/>
                    <a:lstStyle/>
                    <a:p>
                      <a:pPr algn="l"/>
                      <a:r>
                        <a:rPr sz="1238" b="0">
                          <a:solidFill>
                            <a:srgbClr val="4E4B4C"/>
                          </a:solidFill>
                          <a:latin typeface="Space Grotesk"/>
                          <a:ea typeface="Space Grotesk"/>
                          <a:cs typeface="Space Grotesk"/>
                        </a:rPr>
                        <a:t>Bloom / set</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7,142 ± 0,221</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0,519 ± 0,055</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1,7 / 48,3</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26571">
                <a:tc>
                  <a:txBody>
                    <a:bodyPr wrap="square"/>
                    <a:lstStyle/>
                    <a:p>
                      <a:pPr algn="l"/>
                      <a:r>
                        <a:rPr sz="1238" b="0">
                          <a:solidFill>
                            <a:srgbClr val="4E4B4C"/>
                          </a:solidFill>
                          <a:latin typeface="Space Grotesk"/>
                          <a:ea typeface="Space Grotesk"/>
                          <a:cs typeface="Space Grotesk"/>
                        </a:rPr>
                        <a:t>CMS / Counter</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16,100 ± 0,886</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0,480 ± 0,066</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95,4 / 35,2</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26571">
                <a:tc>
                  <a:txBody>
                    <a:bodyPr wrap="square"/>
                    <a:lstStyle/>
                    <a:p>
                      <a:pPr algn="l"/>
                      <a:r>
                        <a:rPr sz="1238" b="0">
                          <a:solidFill>
                            <a:srgbClr val="4E4B4C"/>
                          </a:solidFill>
                          <a:latin typeface="Space Grotesk"/>
                          <a:ea typeface="Space Grotesk"/>
                          <a:cs typeface="Space Grotesk"/>
                        </a:rPr>
                        <a:t>LSH / Jaccard</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55,333 ± 4,952</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6,167 ± 0,300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2.368,6 / 21,0</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26571">
                <a:tc>
                  <a:txBody>
                    <a:bodyPr wrap="square"/>
                    <a:lstStyle/>
                    <a:p>
                      <a:pPr algn="l"/>
                      <a:r>
                        <a:rPr sz="1238" b="0">
                          <a:solidFill>
                            <a:srgbClr val="4E4B4C"/>
                          </a:solidFill>
                          <a:latin typeface="Space Grotesk"/>
                          <a:ea typeface="Space Grotesk"/>
                          <a:cs typeface="Space Grotesk"/>
                        </a:rPr>
                        <a:t>HNSW / KNN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1.427,325 ± 40,889</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19,221 ± 0,712</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802,4 / 41,9</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26571">
                <a:tc>
                  <a:txBody>
                    <a:bodyPr wrap="square"/>
                    <a:lstStyle/>
                    <a:p>
                      <a:pPr algn="l"/>
                      <a:r>
                        <a:rPr sz="1238" b="0">
                          <a:solidFill>
                            <a:srgbClr val="4E4B4C"/>
                          </a:solidFill>
                          <a:latin typeface="Space Grotesk"/>
                          <a:ea typeface="Space Grotesk"/>
                          <a:cs typeface="Space Grotesk"/>
                        </a:rPr>
                        <a:t>PageRank / grado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5,850 ± 0,319</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1,650 ± 0,134</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270,5 / 28,6</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26571">
                <a:tc>
                  <a:txBody>
                    <a:bodyPr wrap="square"/>
                    <a:lstStyle/>
                    <a:p>
                      <a:pPr algn="l"/>
                      <a:r>
                        <a:rPr sz="1238" b="0">
                          <a:solidFill>
                            <a:srgbClr val="4E4B4C"/>
                          </a:solidFill>
                          <a:latin typeface="Space Grotesk"/>
                          <a:ea typeface="Space Grotesk"/>
                          <a:cs typeface="Space Grotesk"/>
                        </a:rPr>
                        <a:t>Louvain / etiquetas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93,609 ± 7,025</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43,846 ± 4,980</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856,9 / 132,0</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0F6003E7-FBD8-4512-B6D2-A32F026CF634}"/>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Media ± desviación, 100 repeticiones. Totales: construcción y carga experimental. Pico: asignaciones Python.</a:t>
            </a:r>
          </a:p>
        </p:txBody>
      </p:sp>
    </p:spTree>
    <p:extLst>
      <p:ext uri="{BB962C8B-B14F-4D97-AF65-F5344CB8AC3E}">
        <p14:creationId xmlns:p14="http://schemas.microsoft.com/office/powerpoint/2010/main" val="86455906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Título">
            <a:extLst xmlns:a="http://schemas.openxmlformats.org/drawingml/2006/main">
              <a:ext uri="{FF2B5EF4-FFF2-40B4-BE49-F238E27FC236}">
                <a16:creationId xmlns:a16="http://schemas.microsoft.com/office/drawing/2014/main" id="{7B6465D2-331D-448F-B1FC-3DDE7A6049A3}"/>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Alcance de las pruebas hasta 10M</a:t>
            </a:r>
          </a:p>
        </p:txBody>
      </p:sp>
      <p:sp>
        <p:nvSpPr>
          <p:cNvPr id="2" name="Número de diapositiva">
            <a:extLst xmlns:a="http://schemas.openxmlformats.org/drawingml/2006/main">
              <a:ext uri="{FF2B5EF4-FFF2-40B4-BE49-F238E27FC236}">
                <a16:creationId xmlns:a16="http://schemas.microsoft.com/office/drawing/2014/main" id="{04629E87-CB15-49E8-A839-2C61BD70566E}"/>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13</a:t>
            </a:r>
          </a:p>
        </p:txBody>
      </p:sp>
      <p:graphicFrame>
        <p:nvGraphicFramePr>
          <p:cNvPr id="3" name="">
            <a:extLst xmlns:a="http://schemas.openxmlformats.org/drawingml/2006/main">
              <a:ext uri="{FF2B5EF4-FFF2-40B4-BE49-F238E27FC236}">
                <a16:creationId xmlns:a16="http://schemas.microsoft.com/office/drawing/2014/main" id="{5A7DCB8F-F0CF-4BD0-957A-92A931E26C91}"/>
              </a:ext>
            </a:extLst>
          </p:cNvPr>
          <p:cNvGraphicFramePr/>
          <p:nvPr/>
        </p:nvGraphicFramePr>
        <p:xfrm>
          <a:off xmlns:a="http://schemas.openxmlformats.org/drawingml/2006/main" x="628650" y="1914525"/>
          <a:ext xmlns:a="http://schemas.openxmlformats.org/drawingml/2006/main" cx="7810500" cy="1552575"/>
        </p:xfrm>
        <a:graphic xmlns:a="http://schemas.openxmlformats.org/drawingml/2006/main">
          <a:graphicData uri="http://schemas.openxmlformats.org/drawingml/2006/table">
            <a:tbl>
              <a:tblPr/>
              <a:tblGrid>
                <a:gridCol w="1928519"/>
                <a:gridCol w="1928519"/>
                <a:gridCol w="2314222"/>
                <a:gridCol w="1639241"/>
              </a:tblGrid>
              <a:tr h="310515">
                <a:tc>
                  <a:txBody>
                    <a:bodyPr wrap="square"/>
                    <a:lstStyle/>
                    <a:p>
                      <a:pPr algn="l"/>
                      <a:r>
                        <a:rPr sz="1350" b="1">
                          <a:solidFill>
                            <a:srgbClr val="FFFFFF"/>
                          </a:solidFill>
                          <a:latin typeface="Space Grotesk"/>
                          <a:ea typeface="Space Grotesk"/>
                          <a:cs typeface="Space Grotesk"/>
                        </a:rPr>
                        <a:t>Eventos del archivo</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Claves distintas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Vectores / conjuntos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Repeticiones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10515">
                <a:tc>
                  <a:txBody>
                    <a:bodyPr wrap="square"/>
                    <a:lstStyle/>
                    <a:p>
                      <a:pPr algn="l"/>
                      <a:r>
                        <a:rPr sz="1350" b="0">
                          <a:solidFill>
                            <a:srgbClr val="4E4B4C"/>
                          </a:solidFill>
                          <a:latin typeface="Space Grotesk"/>
                          <a:ea typeface="Space Grotesk"/>
                          <a:cs typeface="Space Grotesk"/>
                        </a:rPr>
                        <a:t>10.000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4.270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10515">
                <a:tc>
                  <a:txBody>
                    <a:bodyPr wrap="square"/>
                    <a:lstStyle/>
                    <a:p>
                      <a:pPr algn="l"/>
                      <a:r>
                        <a:rPr sz="1350" b="0">
                          <a:solidFill>
                            <a:srgbClr val="4E4B4C"/>
                          </a:solidFill>
                          <a:latin typeface="Space Grotesk"/>
                          <a:ea typeface="Space Grotesk"/>
                          <a:cs typeface="Space Grotesk"/>
                        </a:rPr>
                        <a:t>100.000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20.675</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10515">
                <a:tc>
                  <a:txBody>
                    <a:bodyPr wrap="square"/>
                    <a:lstStyle/>
                    <a:p>
                      <a:pPr algn="l"/>
                      <a:r>
                        <a:rPr sz="1350" b="0">
                          <a:solidFill>
                            <a:srgbClr val="4E4B4C"/>
                          </a:solidFill>
                          <a:latin typeface="Space Grotesk"/>
                          <a:ea typeface="Space Grotesk"/>
                          <a:cs typeface="Space Grotesk"/>
                        </a:rPr>
                        <a:t>1.000.000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66.001</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10515">
                <a:tc>
                  <a:txBody>
                    <a:bodyPr wrap="square"/>
                    <a:lstStyle/>
                    <a:p>
                      <a:pPr algn="l"/>
                      <a:r>
                        <a:rPr sz="1350" b="0">
                          <a:solidFill>
                            <a:srgbClr val="4E4B4C"/>
                          </a:solidFill>
                          <a:latin typeface="Space Grotesk"/>
                          <a:ea typeface="Space Grotesk"/>
                          <a:cs typeface="Space Grotesk"/>
                        </a:rPr>
                        <a:t>10.000.000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133.917</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Texto">
            <a:extLst xmlns:a="http://schemas.openxmlformats.org/drawingml/2006/main">
              <a:ext uri="{FF2B5EF4-FFF2-40B4-BE49-F238E27FC236}">
                <a16:creationId xmlns:a16="http://schemas.microsoft.com/office/drawing/2014/main" id="{255E27FB-8BA0-427D-8A33-A6C77D9E8CF8}"/>
              </a:ext>
            </a:extLst>
          </p:cNvPr>
          <p:cNvSpPr>
            <a:spLocks xmlns:a="http://schemas.openxmlformats.org/drawingml/2006/main" noGrp="1"/>
          </p:cNvSpPr>
          <p:nvPr/>
        </p:nvSpPr>
        <p:spPr>
          <a:xfrm xmlns:a="http://schemas.openxmlformats.org/drawingml/2006/main">
            <a:off x="628650" y="3619500"/>
            <a:ext cx="7772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E4B4C"/>
                </a:solidFill>
                <a:latin typeface="Space Grotesk"/>
                <a:ea typeface="Space Grotesk"/>
                <a:cs typeface="Space Grotesk"/>
              </a:defRPr>
            </a:defPPr>
            <a:lvl1pPr algn="l">
              <a:defRPr sz="1425" b="0">
                <a:solidFill>
                  <a:srgbClr val="4E4B4C"/>
                </a:solidFill>
                <a:latin typeface="Space Grotesk"/>
                <a:ea typeface="Space Grotesk"/>
                <a:cs typeface="Space Grotesk"/>
              </a:defRPr>
            </a:lvl1pPr>
            <a:lvl2pPr algn="l">
              <a:defRPr sz="1425" b="0">
                <a:solidFill>
                  <a:srgbClr val="4E4B4C"/>
                </a:solidFill>
                <a:latin typeface="Space Grotesk"/>
                <a:ea typeface="Space Grotesk"/>
                <a:cs typeface="Space Grotesk"/>
              </a:defRPr>
            </a:lvl2pPr>
            <a:lvl3pPr algn="l">
              <a:defRPr sz="1425" b="0">
                <a:solidFill>
                  <a:srgbClr val="4E4B4C"/>
                </a:solidFill>
                <a:latin typeface="Space Grotesk"/>
                <a:ea typeface="Space Grotesk"/>
                <a:cs typeface="Space Grotesk"/>
              </a:defRPr>
            </a:lvl3pPr>
            <a:lvl4pPr algn="l">
              <a:defRPr sz="1425" b="0">
                <a:solidFill>
                  <a:srgbClr val="4E4B4C"/>
                </a:solidFill>
                <a:latin typeface="Space Grotesk"/>
                <a:ea typeface="Space Grotesk"/>
                <a:cs typeface="Space Grotesk"/>
              </a:defRPr>
            </a:lvl4pPr>
            <a:lvl5pPr algn="l">
              <a:defRPr sz="1425" b="0">
                <a:solidFill>
                  <a:srgbClr val="4E4B4C"/>
                </a:solidFill>
                <a:latin typeface="Space Grotesk"/>
                <a:ea typeface="Space Grotesk"/>
                <a:cs typeface="Space Grotesk"/>
              </a:defRPr>
            </a:lvl5pPr>
            <a:lvl6pPr algn="l">
              <a:defRPr sz="1425" b="0">
                <a:solidFill>
                  <a:srgbClr val="4E4B4C"/>
                </a:solidFill>
                <a:latin typeface="Space Grotesk"/>
                <a:ea typeface="Space Grotesk"/>
                <a:cs typeface="Space Grotesk"/>
              </a:defRPr>
            </a:lvl6pPr>
            <a:lvl7pPr algn="l">
              <a:defRPr sz="1425" b="0">
                <a:solidFill>
                  <a:srgbClr val="4E4B4C"/>
                </a:solidFill>
                <a:latin typeface="Space Grotesk"/>
                <a:ea typeface="Space Grotesk"/>
                <a:cs typeface="Space Grotesk"/>
              </a:defRPr>
            </a:lvl7pPr>
            <a:lvl8pPr algn="l">
              <a:defRPr sz="1425" b="0">
                <a:solidFill>
                  <a:srgbClr val="4E4B4C"/>
                </a:solidFill>
                <a:latin typeface="Space Grotesk"/>
                <a:ea typeface="Space Grotesk"/>
                <a:cs typeface="Space Grotesk"/>
              </a:defRPr>
            </a:lvl8pPr>
            <a:lvl9pPr algn="l">
              <a:defRPr sz="1425" b="0">
                <a:solidFill>
                  <a:srgbClr val="4E4B4C"/>
                </a:solidFill>
                <a:latin typeface="Space Grotesk"/>
                <a:ea typeface="Space Grotesk"/>
                <a:cs typeface="Space Grotesk"/>
              </a:defRPr>
            </a:lvl9pPr>
          </a:lstStyle>
          <a:p xmlns:a="http://schemas.openxmlformats.org/drawingml/2006/main">
            <a:pPr algn="l">
              <a:defRPr sz="1425" b="0">
                <a:solidFill>
                  <a:srgbClr val="4E4B4C"/>
                </a:solidFill>
                <a:latin typeface="Space Grotesk"/>
                <a:ea typeface="Space Grotesk"/>
                <a:cs typeface="Space Grotesk"/>
              </a:defRPr>
            </a:pPr>
            <a:r>
              <a:rPr sz="1425" b="0">
                <a:solidFill>
                  <a:srgbClr val="4E4B4C"/>
                </a:solidFill>
                <a:latin typeface="Space Grotesk"/>
                <a:ea typeface="Space Grotesk"/>
                <a:cs typeface="Space Grotesk"/>
              </a:rPr>
              <a:t>Filtrado y conteo: todos los eventos.</a:t>
            </a:r>
          </a:p>
          <a:p xmlns:a="http://schemas.openxmlformats.org/drawingml/2006/main">
            <a:pPr algn="l">
              <a:defRPr sz="1425" b="0">
                <a:solidFill>
                  <a:srgbClr val="4E4B4C"/>
                </a:solidFill>
                <a:latin typeface="Space Grotesk"/>
                <a:ea typeface="Space Grotesk"/>
                <a:cs typeface="Space Grotesk"/>
              </a:defRPr>
            </a:pPr>
            <a:r>
              <a:rPr sz="1425" b="0">
                <a:solidFill>
                  <a:srgbClr val="4E4B4C"/>
                </a:solidFill>
                <a:latin typeface="Space Grotesk"/>
                <a:ea typeface="Space Grotesk"/>
                <a:cs typeface="Space Grotesk"/>
              </a:rPr>
              <a:t>Similitud: 300 vectores y 300 conjuntos.</a:t>
            </a:r>
          </a:p>
          <a:p xmlns:a="http://schemas.openxmlformats.org/drawingml/2006/main">
            <a:pPr algn="l">
              <a:defRPr sz="1425" b="0">
                <a:solidFill>
                  <a:srgbClr val="4E4B4C"/>
                </a:solidFill>
                <a:latin typeface="Space Grotesk"/>
                <a:ea typeface="Space Grotesk"/>
                <a:cs typeface="Space Grotesk"/>
              </a:defRPr>
            </a:pPr>
            <a:r>
              <a:rPr sz="1425" b="0">
                <a:solidFill>
                  <a:srgbClr val="4E4B4C"/>
                </a:solidFill>
                <a:latin typeface="Space Grotesk"/>
                <a:ea typeface="Space Grotesk"/>
                <a:cs typeface="Space Grotesk"/>
              </a:rPr>
              <a:t>Grafo: 900 eventos, 621 nodos y 898 aristas.</a:t>
            </a:r>
          </a:p>
        </p:txBody>
      </p:sp>
      <p:sp>
        <p:nvSpPr>
          <p:cNvPr id="5" name="Alcance o fuente">
            <a:extLst xmlns:a="http://schemas.openxmlformats.org/drawingml/2006/main">
              <a:ext uri="{FF2B5EF4-FFF2-40B4-BE49-F238E27FC236}">
                <a16:creationId xmlns:a16="http://schemas.microsoft.com/office/drawing/2014/main" id="{1A643B71-DDC4-4ECB-881E-8B9DC6076612}"/>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Una repetición por escala permite exploración funcional, sin estimar variabilidad estadística.</a:t>
            </a:r>
          </a:p>
        </p:txBody>
      </p:sp>
    </p:spTree>
    <p:extLst>
      <p:ext uri="{BB962C8B-B14F-4D97-AF65-F5344CB8AC3E}">
        <p14:creationId xmlns:p14="http://schemas.microsoft.com/office/powerpoint/2010/main" val="86455906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Título">
            <a:extLst xmlns:a="http://schemas.openxmlformats.org/drawingml/2006/main">
              <a:ext uri="{FF2B5EF4-FFF2-40B4-BE49-F238E27FC236}">
                <a16:creationId xmlns:a16="http://schemas.microsoft.com/office/drawing/2014/main" id="{588E4B34-6E65-44DB-8EE1-3C12C95C2B5A}"/>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Servicio, demostración y validación</a:t>
            </a:r>
          </a:p>
        </p:txBody>
      </p:sp>
      <p:sp>
        <p:nvSpPr>
          <p:cNvPr id="2" name="Número de diapositiva">
            <a:extLst xmlns:a="http://schemas.openxmlformats.org/drawingml/2006/main">
              <a:ext uri="{FF2B5EF4-FFF2-40B4-BE49-F238E27FC236}">
                <a16:creationId xmlns:a16="http://schemas.microsoft.com/office/drawing/2014/main" id="{581F3FCB-50FB-46C4-AE9C-4F5B0EAB8664}"/>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14</a:t>
            </a:r>
          </a:p>
        </p:txBody>
      </p:sp>
      <p:graphicFrame>
        <p:nvGraphicFramePr>
          <p:cNvPr id="3" name="">
            <a:extLst xmlns:a="http://schemas.openxmlformats.org/drawingml/2006/main">
              <a:ext uri="{FF2B5EF4-FFF2-40B4-BE49-F238E27FC236}">
                <a16:creationId xmlns:a16="http://schemas.microsoft.com/office/drawing/2014/main" id="{962C2B51-3B66-4EB2-91B4-AC04BF0758BB}"/>
              </a:ext>
            </a:extLst>
          </p:cNvPr>
          <p:cNvGraphicFramePr/>
          <p:nvPr/>
        </p:nvGraphicFramePr>
        <p:xfrm>
          <a:off xmlns:a="http://schemas.openxmlformats.org/drawingml/2006/main" x="628650" y="1924050"/>
          <a:ext xmlns:a="http://schemas.openxmlformats.org/drawingml/2006/main" cx="3762375" cy="2028825"/>
        </p:xfrm>
        <a:graphic xmlns:a="http://schemas.openxmlformats.org/drawingml/2006/main">
          <a:graphicData uri="http://schemas.openxmlformats.org/drawingml/2006/table">
            <a:tbl>
              <a:tblPr/>
              <a:tblGrid>
                <a:gridCol w="2548706"/>
                <a:gridCol w="1213669"/>
              </a:tblGrid>
              <a:tr h="405765">
                <a:tc>
                  <a:txBody>
                    <a:bodyPr wrap="square"/>
                    <a:lstStyle/>
                    <a:p>
                      <a:pPr algn="l"/>
                      <a:r>
                        <a:rPr sz="1350" b="1">
                          <a:solidFill>
                            <a:srgbClr val="FFFFFF"/>
                          </a:solidFill>
                          <a:latin typeface="Space Grotesk"/>
                          <a:ea typeface="Space Grotesk"/>
                          <a:cs typeface="Space Grotesk"/>
                        </a:rPr>
                        <a:t>Ejecución integrada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Resultado</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405765">
                <a:tc>
                  <a:txBody>
                    <a:bodyPr wrap="square"/>
                    <a:lstStyle/>
                    <a:p>
                      <a:pPr algn="l"/>
                      <a:r>
                        <a:rPr sz="1350" b="0">
                          <a:solidFill>
                            <a:srgbClr val="4E4B4C"/>
                          </a:solidFill>
                          <a:latin typeface="Space Grotesk"/>
                          <a:ea typeface="Space Grotesk"/>
                          <a:cs typeface="Space Grotesk"/>
                        </a:rPr>
                        <a:t>Eventos originales y simulados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1000 + 8</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05765">
                <a:tc>
                  <a:txBody>
                    <a:bodyPr wrap="square"/>
                    <a:lstStyle/>
                    <a:p>
                      <a:pPr algn="l"/>
                      <a:r>
                        <a:rPr sz="1350" b="0">
                          <a:solidFill>
                            <a:srgbClr val="4E4B4C"/>
                          </a:solidFill>
                          <a:latin typeface="Space Grotesk"/>
                          <a:ea typeface="Space Grotesk"/>
                          <a:cs typeface="Space Grotesk"/>
                        </a:rPr>
                        <a:t>Lotes completos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3</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405765">
                <a:tc>
                  <a:txBody>
                    <a:bodyPr wrap="square"/>
                    <a:lstStyle/>
                    <a:p>
                      <a:pPr algn="l"/>
                      <a:r>
                        <a:rPr sz="1350" b="0">
                          <a:solidFill>
                            <a:srgbClr val="4E4B4C"/>
                          </a:solidFill>
                          <a:latin typeface="Space Grotesk"/>
                          <a:ea typeface="Space Grotesk"/>
                          <a:cs typeface="Space Grotesk"/>
                        </a:rPr>
                        <a:t>Rechazos y duplicados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0 / 0</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05765">
                <a:tc>
                  <a:txBody>
                    <a:bodyPr wrap="square"/>
                    <a:lstStyle/>
                    <a:p>
                      <a:pPr algn="l"/>
                      <a:r>
                        <a:rPr sz="1350" b="0">
                          <a:solidFill>
                            <a:srgbClr val="4E4B4C"/>
                          </a:solidFill>
                          <a:latin typeface="Space Grotesk"/>
                          <a:ea typeface="Space Grotesk"/>
                          <a:cs typeface="Space Grotesk"/>
                        </a:rPr>
                        <a:t>Alertas verificadas de revisión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2</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Texto">
            <a:extLst xmlns:a="http://schemas.openxmlformats.org/drawingml/2006/main">
              <a:ext uri="{FF2B5EF4-FFF2-40B4-BE49-F238E27FC236}">
                <a16:creationId xmlns:a16="http://schemas.microsoft.com/office/drawing/2014/main" id="{74CFC4D4-2B41-4F52-9890-4D956C4DE928}"/>
              </a:ext>
            </a:extLst>
          </p:cNvPr>
          <p:cNvSpPr>
            <a:spLocks xmlns:a="http://schemas.openxmlformats.org/drawingml/2006/main" noGrp="1"/>
          </p:cNvSpPr>
          <p:nvPr/>
        </p:nvSpPr>
        <p:spPr>
          <a:xfrm xmlns:a="http://schemas.openxmlformats.org/drawingml/2006/main">
            <a:off x="4810125" y="19335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Demostración del visor</a:t>
            </a:r>
          </a:p>
        </p:txBody>
      </p:sp>
      <p:sp>
        <p:nvSpPr>
          <p:cNvPr id="5" name="Texto">
            <a:extLst xmlns:a="http://schemas.openxmlformats.org/drawingml/2006/main">
              <a:ext uri="{FF2B5EF4-FFF2-40B4-BE49-F238E27FC236}">
                <a16:creationId xmlns:a16="http://schemas.microsoft.com/office/drawing/2014/main" id="{59ADC636-5F6C-4E9F-8B9A-5319A123A38F}"/>
              </a:ext>
            </a:extLst>
          </p:cNvPr>
          <p:cNvSpPr>
            <a:spLocks xmlns:a="http://schemas.openxmlformats.org/drawingml/2006/main" noGrp="1"/>
          </p:cNvSpPr>
          <p:nvPr/>
        </p:nvSpPr>
        <p:spPr>
          <a:xfrm xmlns:a="http://schemas.openxmlformats.org/drawingml/2006/main">
            <a:off x="4810125" y="2352675"/>
            <a:ext cx="35623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4E4B4C"/>
                </a:solidFill>
                <a:latin typeface="Space Grotesk"/>
                <a:ea typeface="Space Grotesk"/>
                <a:cs typeface="Space Grotesk"/>
              </a:defRPr>
            </a:defPPr>
            <a:lvl1pPr algn="l">
              <a:defRPr sz="1500" b="0">
                <a:solidFill>
                  <a:srgbClr val="4E4B4C"/>
                </a:solidFill>
                <a:latin typeface="Space Grotesk"/>
                <a:ea typeface="Space Grotesk"/>
                <a:cs typeface="Space Grotesk"/>
              </a:defRPr>
            </a:lvl1pPr>
            <a:lvl2pPr algn="l">
              <a:defRPr sz="1500" b="0">
                <a:solidFill>
                  <a:srgbClr val="4E4B4C"/>
                </a:solidFill>
                <a:latin typeface="Space Grotesk"/>
                <a:ea typeface="Space Grotesk"/>
                <a:cs typeface="Space Grotesk"/>
              </a:defRPr>
            </a:lvl2pPr>
            <a:lvl3pPr algn="l">
              <a:defRPr sz="1500" b="0">
                <a:solidFill>
                  <a:srgbClr val="4E4B4C"/>
                </a:solidFill>
                <a:latin typeface="Space Grotesk"/>
                <a:ea typeface="Space Grotesk"/>
                <a:cs typeface="Space Grotesk"/>
              </a:defRPr>
            </a:lvl3pPr>
            <a:lvl4pPr algn="l">
              <a:defRPr sz="1500" b="0">
                <a:solidFill>
                  <a:srgbClr val="4E4B4C"/>
                </a:solidFill>
                <a:latin typeface="Space Grotesk"/>
                <a:ea typeface="Space Grotesk"/>
                <a:cs typeface="Space Grotesk"/>
              </a:defRPr>
            </a:lvl4pPr>
            <a:lvl5pPr algn="l">
              <a:defRPr sz="1500" b="0">
                <a:solidFill>
                  <a:srgbClr val="4E4B4C"/>
                </a:solidFill>
                <a:latin typeface="Space Grotesk"/>
                <a:ea typeface="Space Grotesk"/>
                <a:cs typeface="Space Grotesk"/>
              </a:defRPr>
            </a:lvl5pPr>
            <a:lvl6pPr algn="l">
              <a:defRPr sz="1500" b="0">
                <a:solidFill>
                  <a:srgbClr val="4E4B4C"/>
                </a:solidFill>
                <a:latin typeface="Space Grotesk"/>
                <a:ea typeface="Space Grotesk"/>
                <a:cs typeface="Space Grotesk"/>
              </a:defRPr>
            </a:lvl6pPr>
            <a:lvl7pPr algn="l">
              <a:defRPr sz="1500" b="0">
                <a:solidFill>
                  <a:srgbClr val="4E4B4C"/>
                </a:solidFill>
                <a:latin typeface="Space Grotesk"/>
                <a:ea typeface="Space Grotesk"/>
                <a:cs typeface="Space Grotesk"/>
              </a:defRPr>
            </a:lvl7pPr>
            <a:lvl8pPr algn="l">
              <a:defRPr sz="1500" b="0">
                <a:solidFill>
                  <a:srgbClr val="4E4B4C"/>
                </a:solidFill>
                <a:latin typeface="Space Grotesk"/>
                <a:ea typeface="Space Grotesk"/>
                <a:cs typeface="Space Grotesk"/>
              </a:defRPr>
            </a:lvl8pPr>
            <a:lvl9pPr algn="l">
              <a:defRPr sz="1500" b="0">
                <a:solidFill>
                  <a:srgbClr val="4E4B4C"/>
                </a:solidFill>
                <a:latin typeface="Space Grotesk"/>
                <a:ea typeface="Space Grotesk"/>
                <a:cs typeface="Space Grotesk"/>
              </a:defRPr>
            </a:lvl9pPr>
          </a:lstStyle>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Ejecutar desde main.py.</a:t>
            </a:r>
          </a:p>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Observar una etapa y su entrada.</a:t>
            </a:r>
          </a:p>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Consultar precio, prefijo y recomendaciones.</a:t>
            </a:r>
          </a:p>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Detener o reiniciar la ejecución.</a:t>
            </a:r>
          </a:p>
        </p:txBody>
      </p:sp>
      <p:sp>
        <p:nvSpPr>
          <p:cNvPr id="6" name="Alcance o fuente">
            <a:extLst xmlns:a="http://schemas.openxmlformats.org/drawingml/2006/main">
              <a:ext uri="{FF2B5EF4-FFF2-40B4-BE49-F238E27FC236}">
                <a16:creationId xmlns:a16="http://schemas.microsoft.com/office/drawing/2014/main" id="{E3D84027-746D-437E-939A-4790A0E6B6A3}"/>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Once pruebas automatizadas pasan: exactitud, persistencia, integración, preparación y control de ejecución HTTP.</a:t>
            </a:r>
          </a:p>
        </p:txBody>
      </p:sp>
    </p:spTree>
    <p:extLst>
      <p:ext uri="{BB962C8B-B14F-4D97-AF65-F5344CB8AC3E}">
        <p14:creationId xmlns:p14="http://schemas.microsoft.com/office/powerpoint/2010/main" val="86455906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 name="Título">
            <a:extLst xmlns:a="http://schemas.openxmlformats.org/drawingml/2006/main">
              <a:ext uri="{FF2B5EF4-FFF2-40B4-BE49-F238E27FC236}">
                <a16:creationId xmlns:a16="http://schemas.microsoft.com/office/drawing/2014/main" id="{50E44E44-5292-409B-9B98-AD2CE6EE4AE9}"/>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00D2E9"/>
                </a:solidFill>
                <a:latin typeface="Space Grotesk"/>
                <a:ea typeface="Space Grotesk"/>
                <a:cs typeface="Space Grotesk"/>
              </a:defRPr>
            </a:defPPr>
            <a:lvl1pPr algn="l">
              <a:defRPr sz="2550" b="1">
                <a:solidFill>
                  <a:srgbClr val="00D2E9"/>
                </a:solidFill>
                <a:latin typeface="Space Grotesk"/>
                <a:ea typeface="Space Grotesk"/>
                <a:cs typeface="Space Grotesk"/>
              </a:defRPr>
            </a:lvl1pPr>
            <a:lvl2pPr algn="l">
              <a:defRPr sz="2550" b="1">
                <a:solidFill>
                  <a:srgbClr val="00D2E9"/>
                </a:solidFill>
                <a:latin typeface="Space Grotesk"/>
                <a:ea typeface="Space Grotesk"/>
                <a:cs typeface="Space Grotesk"/>
              </a:defRPr>
            </a:lvl2pPr>
            <a:lvl3pPr algn="l">
              <a:defRPr sz="2550" b="1">
                <a:solidFill>
                  <a:srgbClr val="00D2E9"/>
                </a:solidFill>
                <a:latin typeface="Space Grotesk"/>
                <a:ea typeface="Space Grotesk"/>
                <a:cs typeface="Space Grotesk"/>
              </a:defRPr>
            </a:lvl3pPr>
            <a:lvl4pPr algn="l">
              <a:defRPr sz="2550" b="1">
                <a:solidFill>
                  <a:srgbClr val="00D2E9"/>
                </a:solidFill>
                <a:latin typeface="Space Grotesk"/>
                <a:ea typeface="Space Grotesk"/>
                <a:cs typeface="Space Grotesk"/>
              </a:defRPr>
            </a:lvl4pPr>
            <a:lvl5pPr algn="l">
              <a:defRPr sz="2550" b="1">
                <a:solidFill>
                  <a:srgbClr val="00D2E9"/>
                </a:solidFill>
                <a:latin typeface="Space Grotesk"/>
                <a:ea typeface="Space Grotesk"/>
                <a:cs typeface="Space Grotesk"/>
              </a:defRPr>
            </a:lvl5pPr>
            <a:lvl6pPr algn="l">
              <a:defRPr sz="2550" b="1">
                <a:solidFill>
                  <a:srgbClr val="00D2E9"/>
                </a:solidFill>
                <a:latin typeface="Space Grotesk"/>
                <a:ea typeface="Space Grotesk"/>
                <a:cs typeface="Space Grotesk"/>
              </a:defRPr>
            </a:lvl6pPr>
            <a:lvl7pPr algn="l">
              <a:defRPr sz="2550" b="1">
                <a:solidFill>
                  <a:srgbClr val="00D2E9"/>
                </a:solidFill>
                <a:latin typeface="Space Grotesk"/>
                <a:ea typeface="Space Grotesk"/>
                <a:cs typeface="Space Grotesk"/>
              </a:defRPr>
            </a:lvl7pPr>
            <a:lvl8pPr algn="l">
              <a:defRPr sz="2550" b="1">
                <a:solidFill>
                  <a:srgbClr val="00D2E9"/>
                </a:solidFill>
                <a:latin typeface="Space Grotesk"/>
                <a:ea typeface="Space Grotesk"/>
                <a:cs typeface="Space Grotesk"/>
              </a:defRPr>
            </a:lvl8pPr>
            <a:lvl9pPr algn="l">
              <a:defRPr sz="2550" b="1">
                <a:solidFill>
                  <a:srgbClr val="00D2E9"/>
                </a:solidFill>
                <a:latin typeface="Space Grotesk"/>
                <a:ea typeface="Space Grotesk"/>
                <a:cs typeface="Space Grotesk"/>
              </a:defRPr>
            </a:lvl9pPr>
          </a:lstStyle>
          <a:p xmlns:a="http://schemas.openxmlformats.org/drawingml/2006/main">
            <a:pPr algn="l">
              <a:defRPr sz="2550" b="1">
                <a:solidFill>
                  <a:srgbClr val="00D2E9"/>
                </a:solidFill>
                <a:latin typeface="Space Grotesk"/>
                <a:ea typeface="Space Grotesk"/>
                <a:cs typeface="Space Grotesk"/>
              </a:defRPr>
            </a:pPr>
            <a:r>
              <a:rPr sz="2550" b="1">
                <a:solidFill>
                  <a:srgbClr val="00D2E9"/>
                </a:solidFill>
                <a:latin typeface="Space Grotesk"/>
                <a:ea typeface="Space Grotesk"/>
                <a:cs typeface="Space Grotesk"/>
              </a:rPr>
              <a:t>Conclusiones y alcance del proyecto</a:t>
            </a:r>
          </a:p>
        </p:txBody>
      </p:sp>
      <p:sp>
        <p:nvSpPr>
          <p:cNvPr id="2" name="Número de diapositiva">
            <a:extLst xmlns:a="http://schemas.openxmlformats.org/drawingml/2006/main">
              <a:ext uri="{FF2B5EF4-FFF2-40B4-BE49-F238E27FC236}">
                <a16:creationId xmlns:a16="http://schemas.microsoft.com/office/drawing/2014/main" id="{6303A16B-069F-4D53-8B6A-225EFB0203AC}"/>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15</a:t>
            </a:r>
          </a:p>
        </p:txBody>
      </p:sp>
      <p:sp>
        <p:nvSpPr>
          <p:cNvPr id="3" name="Texto">
            <a:extLst xmlns:a="http://schemas.openxmlformats.org/drawingml/2006/main">
              <a:ext uri="{FF2B5EF4-FFF2-40B4-BE49-F238E27FC236}">
                <a16:creationId xmlns:a16="http://schemas.microsoft.com/office/drawing/2014/main" id="{C8BAB573-8CCF-4ACC-B00A-09BDCC634F96}"/>
              </a:ext>
            </a:extLst>
          </p:cNvPr>
          <p:cNvSpPr>
            <a:spLocks xmlns:a="http://schemas.openxmlformats.org/drawingml/2006/main" noGrp="1"/>
          </p:cNvSpPr>
          <p:nvPr/>
        </p:nvSpPr>
        <p:spPr>
          <a:xfrm xmlns:a="http://schemas.openxmlformats.org/drawingml/2006/main">
            <a:off x="628650" y="190500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Flujo integrado</a:t>
            </a:r>
          </a:p>
        </p:txBody>
      </p:sp>
      <p:sp>
        <p:nvSpPr>
          <p:cNvPr id="4" name="Texto">
            <a:extLst xmlns:a="http://schemas.openxmlformats.org/drawingml/2006/main">
              <a:ext uri="{FF2B5EF4-FFF2-40B4-BE49-F238E27FC236}">
                <a16:creationId xmlns:a16="http://schemas.microsoft.com/office/drawing/2014/main" id="{501FF6BC-06A1-4FAB-B1D2-429707D7C7E4}"/>
              </a:ext>
            </a:extLst>
          </p:cNvPr>
          <p:cNvSpPr>
            <a:spLocks xmlns:a="http://schemas.openxmlformats.org/drawingml/2006/main" noGrp="1"/>
          </p:cNvSpPr>
          <p:nvPr/>
        </p:nvSpPr>
        <p:spPr>
          <a:xfrm xmlns:a="http://schemas.openxmlformats.org/drawingml/2006/main">
            <a:off x="628650" y="2305050"/>
            <a:ext cx="36385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Diez etapas consumen salidas previas y reutilizan estado entre lotes.</a:t>
            </a:r>
          </a:p>
          <a:p xmlns:a="http://schemas.openxmlformats.org/drawingml/2006/main">
            <a:r>
              <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La persistencia y los controles exactos permiten verificar el comportamiento.</a:t>
            </a:r>
          </a:p>
        </p:txBody>
      </p:sp>
      <p:sp>
        <p:nvSpPr>
          <p:cNvPr id="5" name="Texto">
            <a:extLst xmlns:a="http://schemas.openxmlformats.org/drawingml/2006/main">
              <a:ext uri="{FF2B5EF4-FFF2-40B4-BE49-F238E27FC236}">
                <a16:creationId xmlns:a16="http://schemas.microsoft.com/office/drawing/2014/main" id="{51C87309-5B21-4B49-813A-24FDD3BB6E73}"/>
              </a:ext>
            </a:extLst>
          </p:cNvPr>
          <p:cNvSpPr>
            <a:spLocks xmlns:a="http://schemas.openxmlformats.org/drawingml/2006/main" noGrp="1"/>
          </p:cNvSpPr>
          <p:nvPr/>
        </p:nvSpPr>
        <p:spPr>
          <a:xfrm xmlns:a="http://schemas.openxmlformats.org/drawingml/2006/main">
            <a:off x="4810125" y="190500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Evidencia y límites</a:t>
            </a:r>
          </a:p>
        </p:txBody>
      </p:sp>
      <p:sp>
        <p:nvSpPr>
          <p:cNvPr id="6" name="Texto">
            <a:extLst xmlns:a="http://schemas.openxmlformats.org/drawingml/2006/main">
              <a:ext uri="{FF2B5EF4-FFF2-40B4-BE49-F238E27FC236}">
                <a16:creationId xmlns:a16="http://schemas.microsoft.com/office/drawing/2014/main" id="{8249E698-696D-49DA-B6A3-CF954E6CE018}"/>
              </a:ext>
            </a:extLst>
          </p:cNvPr>
          <p:cNvSpPr>
            <a:spLocks xmlns:a="http://schemas.openxmlformats.org/drawingml/2006/main" noGrp="1"/>
          </p:cNvSpPr>
          <p:nvPr/>
        </p:nvSpPr>
        <p:spPr>
          <a:xfrm xmlns:a="http://schemas.openxmlformats.org/drawingml/2006/main">
            <a:off x="4810125" y="2305050"/>
            <a:ext cx="36385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1K con 100 repeticiones describe la carga evaluada.</a:t>
            </a:r>
          </a:p>
          <a:p xmlns:a="http://schemas.openxmlformats.org/drawingml/2006/main">
            <a:r>
              <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Las escalas mayores son exploratorias y la validación comercial requiere órdenes y relevancia reales.</a:t>
            </a:r>
          </a:p>
        </p:txBody>
      </p:sp>
      <p:sp>
        <p:nvSpPr>
          <p:cNvPr id="7" name="Alcance o fuente">
            <a:extLst xmlns:a="http://schemas.openxmlformats.org/drawingml/2006/main">
              <a:ext uri="{FF2B5EF4-FFF2-40B4-BE49-F238E27FC236}">
                <a16:creationId xmlns:a16="http://schemas.microsoft.com/office/drawing/2014/main" id="{0EF1B102-F02A-488F-BCE6-BFE3FBEA6C00}"/>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EEEEEE"/>
                </a:solidFill>
                <a:latin typeface="Space Grotesk"/>
                <a:ea typeface="Space Grotesk"/>
                <a:cs typeface="Space Grotesk"/>
              </a:defRPr>
            </a:defPPr>
            <a:lvl1pPr algn="l">
              <a:defRPr sz="975" b="0">
                <a:solidFill>
                  <a:srgbClr val="EEEEEE"/>
                </a:solidFill>
                <a:latin typeface="Space Grotesk"/>
                <a:ea typeface="Space Grotesk"/>
                <a:cs typeface="Space Grotesk"/>
              </a:defRPr>
            </a:lvl1pPr>
            <a:lvl2pPr algn="l">
              <a:defRPr sz="975" b="0">
                <a:solidFill>
                  <a:srgbClr val="EEEEEE"/>
                </a:solidFill>
                <a:latin typeface="Space Grotesk"/>
                <a:ea typeface="Space Grotesk"/>
                <a:cs typeface="Space Grotesk"/>
              </a:defRPr>
            </a:lvl2pPr>
            <a:lvl3pPr algn="l">
              <a:defRPr sz="975" b="0">
                <a:solidFill>
                  <a:srgbClr val="EEEEEE"/>
                </a:solidFill>
                <a:latin typeface="Space Grotesk"/>
                <a:ea typeface="Space Grotesk"/>
                <a:cs typeface="Space Grotesk"/>
              </a:defRPr>
            </a:lvl3pPr>
            <a:lvl4pPr algn="l">
              <a:defRPr sz="975" b="0">
                <a:solidFill>
                  <a:srgbClr val="EEEEEE"/>
                </a:solidFill>
                <a:latin typeface="Space Grotesk"/>
                <a:ea typeface="Space Grotesk"/>
                <a:cs typeface="Space Grotesk"/>
              </a:defRPr>
            </a:lvl4pPr>
            <a:lvl5pPr algn="l">
              <a:defRPr sz="975" b="0">
                <a:solidFill>
                  <a:srgbClr val="EEEEEE"/>
                </a:solidFill>
                <a:latin typeface="Space Grotesk"/>
                <a:ea typeface="Space Grotesk"/>
                <a:cs typeface="Space Grotesk"/>
              </a:defRPr>
            </a:lvl5pPr>
            <a:lvl6pPr algn="l">
              <a:defRPr sz="975" b="0">
                <a:solidFill>
                  <a:srgbClr val="EEEEEE"/>
                </a:solidFill>
                <a:latin typeface="Space Grotesk"/>
                <a:ea typeface="Space Grotesk"/>
                <a:cs typeface="Space Grotesk"/>
              </a:defRPr>
            </a:lvl6pPr>
            <a:lvl7pPr algn="l">
              <a:defRPr sz="975" b="0">
                <a:solidFill>
                  <a:srgbClr val="EEEEEE"/>
                </a:solidFill>
                <a:latin typeface="Space Grotesk"/>
                <a:ea typeface="Space Grotesk"/>
                <a:cs typeface="Space Grotesk"/>
              </a:defRPr>
            </a:lvl7pPr>
            <a:lvl8pPr algn="l">
              <a:defRPr sz="975" b="0">
                <a:solidFill>
                  <a:srgbClr val="EEEEEE"/>
                </a:solidFill>
                <a:latin typeface="Space Grotesk"/>
                <a:ea typeface="Space Grotesk"/>
                <a:cs typeface="Space Grotesk"/>
              </a:defRPr>
            </a:lvl8pPr>
            <a:lvl9pPr algn="l">
              <a:defRPr sz="975" b="0">
                <a:solidFill>
                  <a:srgbClr val="EEEEEE"/>
                </a:solidFill>
                <a:latin typeface="Space Grotesk"/>
                <a:ea typeface="Space Grotesk"/>
                <a:cs typeface="Space Grotesk"/>
              </a:defRPr>
            </a:lvl9pPr>
          </a:lstStyle>
          <a:p xmlns:a="http://schemas.openxmlformats.org/drawingml/2006/main">
            <a:pPr algn="l">
              <a:defRPr sz="975" b="0">
                <a:solidFill>
                  <a:srgbClr val="EEEEEE"/>
                </a:solidFill>
                <a:latin typeface="Space Grotesk"/>
                <a:ea typeface="Space Grotesk"/>
                <a:cs typeface="Space Grotesk"/>
              </a:defRPr>
            </a:pPr>
            <a:r>
              <a:rPr sz="975" b="0">
                <a:solidFill>
                  <a:srgbClr val="EEEEEE"/>
                </a:solidFill>
                <a:latin typeface="Space Grotesk"/>
                <a:ea typeface="Space Grotesk"/>
                <a:cs typeface="Space Grotesk"/>
              </a:rPr>
              <a:t>Fuentes: Bloom (1970), Cormode y Muthukrishnan (2005), Broder (1997), Malkov y Yashunin (2020), Brin y Page (1998), Blondel et al. (2008).</a:t>
            </a:r>
          </a:p>
        </p:txBody>
      </p:sp>
    </p:spTree>
    <p:extLst>
      <p:ext uri="{BB962C8B-B14F-4D97-AF65-F5344CB8AC3E}">
        <p14:creationId xmlns:p14="http://schemas.microsoft.com/office/powerpoint/2010/main" val="240443577"/>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2026-10-30T03:13:35.1380000Z</dcterms:created>
  <dcterms:modified xsi:type="dcterms:W3CDTF">2026-10-30T03:13:35.1380000Z</dcterms:modified>
</coreProperties>
</file>